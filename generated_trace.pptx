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</p:sldIdLst>
  <p:sldSz cx="12192000" cy="6858000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King" initials="DK" lastIdx="1" clrIdx="0">
    <p:extLst>
      <p:ext uri="{19B8F6BF-5375-455C-9EA6-DF929625EA0E}">
        <p15:presenceInfo xmlns:p15="http://schemas.microsoft.com/office/powerpoint/2012/main" userId="b27cedced4579f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FE5"/>
    <a:srgbClr val="DC3059"/>
    <a:srgbClr val="CC6600"/>
    <a:srgbClr val="0070C0"/>
    <a:srgbClr val="C0C0C0"/>
    <a:srgbClr val="8E0000"/>
    <a:srgbClr val="000000"/>
    <a:srgbClr val="3E0000"/>
    <a:srgbClr val="7030A0"/>
    <a:srgbClr val="FDB0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83610" autoAdjust="0"/>
  </p:normalViewPr>
  <p:slideViewPr>
    <p:cSldViewPr>
      <p:cViewPr varScale="1">
        <p:scale>
          <a:sx n="90" d="100"/>
          <a:sy n="90" d="100"/>
        </p:scale>
        <p:origin x="146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366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0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94" y="10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/>
          <a:lstStyle>
            <a:lvl1pPr algn="r">
              <a:defRPr sz="1200"/>
            </a:lvl1pPr>
          </a:lstStyle>
          <a:p>
            <a:pPr>
              <a:defRPr/>
            </a:pPr>
            <a:fld id="{4785F242-24A1-4F4D-88CC-D14F806EBBA6}" type="datetimeFigureOut">
              <a:rPr lang="zh-TW" altLang="en-US"/>
              <a:pPr>
                <a:defRPr/>
              </a:pPr>
              <a:t>2025/11/18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228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94" y="9430228"/>
            <a:ext cx="2946400" cy="496412"/>
          </a:xfrm>
          <a:prstGeom prst="rect">
            <a:avLst/>
          </a:prstGeom>
        </p:spPr>
        <p:txBody>
          <a:bodyPr vert="horz" lIns="91615" tIns="45808" rIns="91615" bIns="45808" rtlCol="0" anchor="b"/>
          <a:lstStyle>
            <a:lvl1pPr algn="r">
              <a:defRPr sz="1200"/>
            </a:lvl1pPr>
          </a:lstStyle>
          <a:p>
            <a:pPr>
              <a:defRPr/>
            </a:pPr>
            <a:fld id="{4C4904C9-3E3F-49FB-8FCE-18A48282D34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85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0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94" y="10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0BEC28A-28DD-48D1-8455-A72418DFD369}" type="datetimeFigureOut">
              <a:rPr lang="zh-TW" altLang="en-US"/>
              <a:pPr>
                <a:defRPr/>
              </a:pPr>
              <a:t>2025/11/18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10" tIns="45804" rIns="91610" bIns="45804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60" y="4716715"/>
            <a:ext cx="5438775" cy="4467700"/>
          </a:xfrm>
          <a:prstGeom prst="rect">
            <a:avLst/>
          </a:prstGeom>
        </p:spPr>
        <p:txBody>
          <a:bodyPr vert="horz" lIns="91610" tIns="45804" rIns="91610" bIns="45804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0228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94" y="9430228"/>
            <a:ext cx="2946400" cy="496412"/>
          </a:xfrm>
          <a:prstGeom prst="rect">
            <a:avLst/>
          </a:prstGeom>
        </p:spPr>
        <p:txBody>
          <a:bodyPr vert="horz" lIns="91610" tIns="45804" rIns="91610" bIns="4580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B5EFBDB-032D-43FD-B762-F4099B6A73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0400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06500" y="3648076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1206500" y="3648076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11" name="頁尾版面配置區 5"/>
          <p:cNvSpPr txBox="1">
            <a:spLocks/>
          </p:cNvSpPr>
          <p:nvPr userDrawn="1"/>
        </p:nvSpPr>
        <p:spPr>
          <a:xfrm>
            <a:off x="8849784" y="6354763"/>
            <a:ext cx="2402416" cy="366712"/>
          </a:xfrm>
          <a:prstGeom prst="rect">
            <a:avLst/>
          </a:prstGeom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dirty="0">
                <a:solidFill>
                  <a:srgbClr val="E85E68"/>
                </a:solidFill>
                <a:latin typeface="Brush Script MT" pitchFamily="66" charset="0"/>
                <a:ea typeface="STXingkai" pitchFamily="2" charset="-122"/>
              </a:rPr>
              <a:t>STAR Group</a:t>
            </a:r>
          </a:p>
        </p:txBody>
      </p:sp>
      <p:sp>
        <p:nvSpPr>
          <p:cNvPr id="12" name="五角星形 11"/>
          <p:cNvSpPr/>
          <p:nvPr userDrawn="1"/>
        </p:nvSpPr>
        <p:spPr>
          <a:xfrm>
            <a:off x="10096500" y="6215063"/>
            <a:ext cx="304800" cy="228600"/>
          </a:xfrm>
          <a:prstGeom prst="star5">
            <a:avLst/>
          </a:prstGeom>
          <a:solidFill>
            <a:schemeClr val="accent4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solidFill>
                <a:srgbClr val="FFC000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標題 7"/>
          <p:cNvSpPr>
            <a:spLocks noGrp="1"/>
          </p:cNvSpPr>
          <p:nvPr>
            <p:ph type="ctrTitle" hasCustomPrompt="1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2800" b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 hasCustomPrompt="1"/>
          </p:nvPr>
        </p:nvSpPr>
        <p:spPr>
          <a:xfrm>
            <a:off x="1625600" y="5048250"/>
            <a:ext cx="9144000" cy="685800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ct val="76000"/>
              <a:buFont typeface="Wingdings 3" pitchFamily="18" charset="2"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Student: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Chao-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Kuo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ct val="76000"/>
              <a:buFont typeface="Wingdings 3" pitchFamily="18" charset="2"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Advisor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Hsie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-Chia Chang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 b="1" baseline="0">
                <a:solidFill>
                  <a:srgbClr val="F39A1E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 hasCustomPrompt="1"/>
          </p:nvPr>
        </p:nvSpPr>
        <p:spPr>
          <a:xfrm>
            <a:off x="609600" y="1219200"/>
            <a:ext cx="10972800" cy="4937760"/>
          </a:xfrm>
        </p:spPr>
        <p:txBody>
          <a:bodyPr/>
          <a:lstStyle>
            <a:lvl1pPr>
              <a:defRPr sz="24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00"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altLang="zh-TW" dirty="0"/>
              <a:t>1st</a:t>
            </a:r>
            <a:endParaRPr lang="zh-TW" altLang="en-US" dirty="0"/>
          </a:p>
          <a:p>
            <a:pPr lvl="1"/>
            <a:r>
              <a:rPr lang="en-US" altLang="zh-TW" dirty="0"/>
              <a:t>2nd</a:t>
            </a:r>
            <a:endParaRPr lang="zh-TW" altLang="en-US" dirty="0"/>
          </a:p>
          <a:p>
            <a:pPr lvl="2"/>
            <a:r>
              <a:rPr lang="en-US" altLang="zh-TW" dirty="0"/>
              <a:t>3rd</a:t>
            </a:r>
            <a:endParaRPr lang="zh-TW" altLang="en-US" dirty="0"/>
          </a:p>
          <a:p>
            <a:pPr lvl="3"/>
            <a:r>
              <a:rPr lang="en-US" altLang="zh-TW" dirty="0"/>
              <a:t>4th</a:t>
            </a:r>
            <a:endParaRPr lang="zh-TW" altLang="en-US" dirty="0"/>
          </a:p>
          <a:p>
            <a:pPr lvl="4"/>
            <a:r>
              <a:rPr lang="en-US" altLang="zh-TW" dirty="0"/>
              <a:t>5t</a:t>
            </a:r>
            <a:endParaRPr lang="en-US" dirty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11E32-B9A0-4C06-A644-818AE0A5CA07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4" name="日期版面配置區 7"/>
          <p:cNvSpPr txBox="1">
            <a:spLocks/>
          </p:cNvSpPr>
          <p:nvPr userDrawn="1"/>
        </p:nvSpPr>
        <p:spPr>
          <a:xfrm>
            <a:off x="7122584" y="6361114"/>
            <a:ext cx="2116667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3200" b="1" kern="1200" baseline="0" dirty="0">
                <a:solidFill>
                  <a:srgbClr val="F39A1E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10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49390-859A-4B82-9667-58B58EBCB52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線接點 1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3" name="等腰三角形 2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0613F-01AD-4AF4-B065-14E6D69794D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5123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033" y="6356351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FD981B-B004-4CD9-BDE4-045E4C2478BA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28" name="直線接點 27"/>
          <p:cNvSpPr>
            <a:spLocks noChangeShapeType="1"/>
          </p:cNvSpPr>
          <p:nvPr userDrawn="1"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590550" y="6447367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pic>
        <p:nvPicPr>
          <p:cNvPr id="5133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86584" y="6072188"/>
            <a:ext cx="90381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10466686" y="3095626"/>
            <a:ext cx="461665" cy="9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>
            <a:spAutoFit/>
          </a:bodyPr>
          <a:lstStyle/>
          <a:p>
            <a:pPr>
              <a:defRPr/>
            </a:pPr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3" r:id="rId3"/>
    <p:sldLayoutId id="2147483784" r:id="rId4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標楷體" pitchFamily="65" charset="-120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CRT Trace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Student: Chao-En Kuo</a:t>
            </a:r>
          </a:p>
          <a:p>
            <a:r>
              <a:t>Advisor: Hsie-Chia Chang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396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" name="Rounded Rectangle 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" name="TextBox 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7" name="Rounded Rectangle 1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TextBox 2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x0_0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" name="Rectangle 2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1" name="Rectangle 3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ectangle 3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Rectangle 3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632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" name="Rounded Rectangle 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" name="TextBox 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7" name="Rounded Rectangle 1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TextBox 2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9" name="Rectangle 2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Rectangle 3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ectangle 3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Rectangle 3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868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" name="Rounded Rectangle 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" name="TextBox 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7" name="Rounded Rectangle 1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TextBox 2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" name="Rectangle 2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ectangle 3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Rectangle 3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Rectangle 3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" name="Rounded Rectangle 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" name="TextBox 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7" name="Rounded Rectangle 1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TextBox 2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1" name="Rectangle 3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ectangle 3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Rectangle 3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ectangle 3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" name="Rounded Rectangle 7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1" name="TextBox 1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8" name="Rounded Rectangle 17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2" name="TextBox 21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Rectangle 31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ectangle 34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Rectangle 37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ectangle 40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341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396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9" name="Rounded Rectangle 8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2" name="TextBox 11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9" name="Rounded Rectangle 1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" name="TextBox 2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ectangle 3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Rectangle 3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Rectangle 3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Rectangle 4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577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632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x0_6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" name="Rounded Rectangle 9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3" name="TextBox 12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0" name="Rounded Rectangle 19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4" name="TextBox 23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ectangle 33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Rectangle 36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ectangle 39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ectangle 42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813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868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1" name="Rounded Rectangle 10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4" name="TextBox 13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Rounded Rectangle 20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5" name="TextBox 24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ectangle 34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Rectangle 37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ectangle 40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" name="Rectangle 43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2" name="Rounded Rectangle 11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5" name="TextBox 14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2" name="Rounded Rectangle 21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TextBox 25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Rectangle 35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Rectangle 38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Rectangle 41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Rectangle 44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3" name="Rounded Rectangle 1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6" name="TextBox 1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" name="Rounded Rectangle 2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7" name="TextBox 2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Rectangle 3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ectangle 3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ectangle 4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ectangle 4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286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3" name="Rounded Rectangle 1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6" name="TextBox 1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" name="Rounded Rectangle 2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7" name="TextBox 2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Rectangle 3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ectangle 3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ectangle 4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ectangle 4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522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341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4" name="Rounded Rectangle 1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7" name="TextBox 1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4" name="Rounded Rectangle 23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" name="TextBox 27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Rectangle 3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ectangle 4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" name="Rectangle 4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ectangle 4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758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577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5" name="Rounded Rectangle 1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8" name="TextBox 17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5" name="Rounded Rectangle 24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9" name="TextBox 28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Rectangle 3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Rectangle 4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Rectangle 4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ectangle 4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99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813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6" name="Rounded Rectangle 15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9" name="TextBox 1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Rounded Rectangle 2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" name="TextBox 2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ectangle 3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ectangle 4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ectangle 4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ectangle 4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99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05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8" name="Rounded Rectangle 17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TextBox 2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" name="Rounded Rectangle 27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TextBox 31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Rectangle 41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Rectangle 44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ectangle 47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Rectangle 50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5231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286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9" name="Rounded Rectangle 18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2" name="TextBox 21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9" name="Rounded Rectangle 2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TextBox 3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ectangle 4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ectangle 4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ectangle 4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Rectangle 5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5467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522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0" name="Rounded Rectangle 19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" name="TextBox 22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" name="Rounded Rectangle 29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TextBox 33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" name="Rectangle 43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ectangle 46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Rectangle 49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ectangle 52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5703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758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" name="Rounded Rectangle 20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4" name="TextBox 23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1" name="Rounded Rectangle 30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TextBox 34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Rectangle 44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ectangle 47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Rectangle 50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Rectangle 53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5940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99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2" name="Rounded Rectangle 21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5" name="TextBox 24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Rounded Rectangle 31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TextBox 35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ectangle 45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ectangle 48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Rectangle 51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ectangle 54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5940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99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" name="Rounded Rectangle 2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TextBox 2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ectangle 4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Rectangle 4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ectangle 5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Rectangle 5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6176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499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" name="Rounded Rectangle 2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TextBox 2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ectangle 4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Rectangle 4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ectangle 5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Rectangle 5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6412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5231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4" name="Rounded Rectangle 2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7" name="TextBox 2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ounded Rectangle 33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TextBox 37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ectangle 4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Rectangle 5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Rectangle 5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Rectangle 5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6648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5467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5" name="Rounded Rectangle 2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" name="TextBox 27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ounded Rectangle 34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TextBox 38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ectangle 4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Rectangle 5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ectangle 5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Rectangle 5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688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5703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Rounded Rectangle 25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9" name="TextBox 2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Rounded Rectangle 3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TextBox 3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Rectangle 4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ectangle 5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Rectangle 5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Rectangle 5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688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594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" name="Rounded Rectangle 27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1" name="TextBox 3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Rounded Rectangle 37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TextBox 41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Rectangle 51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ectangle 54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Rectangle 57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7121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6176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9" name="Rounded Rectangle 28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TextBox 31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Rounded Rectangle 3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TextBox 4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ectangle 5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Rectangle 5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Rectangle 5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2" name="Rectangle 6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7357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6412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" name="Rounded Rectangle 29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TextBox 32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ounded Rectangle 39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" name="TextBox 43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Rectangle 53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Rectangle 56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7593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6648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1" name="Rounded Rectangle 30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TextBox 33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ounded Rectangle 40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TextBox 44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x0_19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ectangle 54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Rectangle 57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7830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688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Rounded Rectangle 31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TextBox 34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Rounded Rectangle 41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TextBox 45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Rectangle 55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Rectangle 58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2" name="Rectangle 61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5" name="Rectangle 64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7830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688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TextBox 3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ounded Rectangle 4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TextBox 4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Rectangle 5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8066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688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TextBox 3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ounded Rectangle 4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TextBox 4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Rectangle 5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8302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7121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ounded Rectangle 3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" name="Rounded Rectangle 43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TextBox 47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Rectangle 5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8538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7593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3962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ounded Rectangle 3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TextBox 3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x1_0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ounded Rectangle 4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783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ounded Rectangle 3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TextBox 37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ounded Rectangle 4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7830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2868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ounded Rectangle 4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90112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066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x1_0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924750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302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9483750" y="360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302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3" name="Rounded Rectangle 3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TextBox 3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ounded Rectangle 4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302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" name="Rounded Rectangle 3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TextBox 3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ounded Rectangle 4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538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3412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ounded Rectangle 3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TextBox 3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ounded Rectangle 3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TextBox 3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3962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Rounded Rectangle 3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TextBox 3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ounded Rectangle 47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ectangle 5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3962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Rounded Rectangle 35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TextBox 3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ounded Rectangle 4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TextBox 5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x0_31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Rounded Rectangle 35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TextBox 3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ounded Rectangle 4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TextBox 5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ectangle 6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7" name="Rounded Rectangle 3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TextBox 4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Rounded Rectangle 50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TextBox 54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ectangle 6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2" name="Rectangle 7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28687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Rounded Rectangle 37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TextBox 41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Rounded Rectangle 51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TextBox 55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ectangle 63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Rectangle 72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28687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7750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9" name="Rounded Rectangle 38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TextBox 42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ounded Rectangle 5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TextBox 5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ectangle 65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2" name="Rectangle 71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" name="Rectangle 74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90112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Rounded Rectangle 39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TextBox 42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ounded Rectangle 5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TextBox 5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ectangle 6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Rectangle 7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6" name="Rectangle 7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924750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2862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ounded Rectangle 40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TextBox 44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Rounded Rectangle 53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TextBox 57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8" name="Rectangle 6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Rectangle 7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4" name="Rectangle 7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9483750" y="360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ounded Rectangle 40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TextBox 44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Rounded Rectangle 53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TextBox 57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8" name="Rectangle 6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Rectangle 7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4" name="Rectangle 7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758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Rounded Rectangle 40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TextBox 44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ounded Rectangle 54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TextBox 57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8" name="Rectangle 6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Rectangle 7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4" name="Rectangle 7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758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2" name="Rounded Rectangle 41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TextBox 4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Rounded Rectangle 5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8" name="Oval 5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TextBox 58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8" name="Rectangle 6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Rectangle 7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4" name="Rectangle 7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99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3" name="Rounded Rectangle 4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TextBox 4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Rounded Rectangle 5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59" name="Oval 5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TextBox 5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ectangle 6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2" name="Rectangle 7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" name="Rectangle 7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8" name="Rectangle 7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99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3412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" name="Rounded Rectangle 4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TextBox 47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Rounded Rectangle 57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0" name="Oval 59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TextBox 6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Rectangle 6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Rectangle 7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6" name="Rectangle 7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3412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99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5" name="Rounded Rectangle 4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TextBox 4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Rounded Rectangle 5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1" name="Oval 6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TextBox 6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x1_3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Rectangle 7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4" name="Rectangle 7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0" name="Rectangle 7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160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99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6" name="Rounded Rectangle 45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TextBox 49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ounded Rectangle 59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TextBox 63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2" name="Rectangle 71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" name="Rectangle 74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8" name="Rectangle 77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" name="Rectangle 80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4" name="Table 83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39625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2312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ounded Rectangle 60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3" name="Oval 62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5" name="TextBox 64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Rectangle 7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6" name="Rectangle 7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2" name="Rectangle 8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577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39625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467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Rounded Rectangle 60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3" name="Oval 62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5" name="TextBox 64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Rectangle 7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6" name="Rectangle 7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2" name="Rectangle 8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graphicFrame>
        <p:nvGraphicFramePr>
          <p:cNvPr id="96" name="Table 9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39625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467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Rounded Rectangle 46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1" name="TextBox 50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0" name="Rounded Rectangle 59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2" name="Oval 61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TextBox 63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Rectangle 72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6" name="Rectangle 75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2" name="Rectangle 81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40000" y="46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graphicFrame>
        <p:nvGraphicFramePr>
          <p:cNvPr id="96" name="Table 95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97" name="TextBox 96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703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ounded Rectangle 47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TextBox 51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x1_11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2" name="Rounded Rectangle 61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4" name="Oval 63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TextBox 65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" name="Rectangle 74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8" name="Rectangle 77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" name="Rectangle 80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4" name="Rectangle 83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38137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6325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94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Rounded Rectangle 47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TextBox 51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2" name="Rounded Rectangle 61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4" name="Oval 63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TextBox 65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" name="Rectangle 74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8" name="Rectangle 77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" name="Rectangle 80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4" name="Rectangle 83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286875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94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9" name="Rounded Rectangle 48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TextBox 52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Rounded Rectangle 62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5" name="Oval 64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TextBox 6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0" name="Rectangle 7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3" name="Rectangle 8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6" name="Rectangle 8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graphicFrame>
        <p:nvGraphicFramePr>
          <p:cNvPr id="99" name="Table 98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94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0" name="Rounded Rectangle 49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TextBox 53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" name="Rounded Rectangle 63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6" name="Oval 65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TextBox 66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7" name="Rectangle 76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0" name="Rectangle 79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3" name="Rectangle 82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6" name="Rectangle 85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graphicFrame>
        <p:nvGraphicFramePr>
          <p:cNvPr id="99" name="Table 98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5940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Rounded Rectangle 51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6" name="TextBox 55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6" name="Rounded Rectangle 65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8" name="Oval 67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TextBox 68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8" name="Rectangle 77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" name="Rectangle 80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4" name="Rectangle 83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7" name="Rectangle 86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61762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60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x2_0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ounded Rectangle 5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TextBox 5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ounded Rectangle 6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TextBox 6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2" name="Rectangle 8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5" name="Rectangle 8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8" name="Rectangle 8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40000" y="46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x1_12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0500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6412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2862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60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962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x2_1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ounded Rectangle 5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TextBox 5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ounded Rectangle 6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" name="TextBox 69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668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2" name="Rectangle 8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5" name="Rectangle 8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8" name="Rectangle 8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60000" y="46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x1_13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20000" y="540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28625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6412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0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962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325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x2_2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3" name="Rounded Rectangle 52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TextBox 56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ounded Rectangle 6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TextBox 7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" name="Rectangle 78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2" name="Rectangle 81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5" name="Rectangle 84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8" name="Rectangle 87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40000" y="46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x1_6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64125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0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962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325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687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x2_3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4" name="Rounded Rectangle 53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TextBox 57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x1_15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7" name="Rounded Rectangle 66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69" name="Oval 68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1" name="TextBox 70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2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0" name="Rectangle 79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3" name="Rectangle 82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6" name="Rectangle 85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9" name="Rectangle 88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60000" y="46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x0_15</a:t>
            </a: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5" name="TextBox 104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664875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0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962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325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687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5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x2_4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ounded Rectangle 5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TextBox 5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8" name="Rounded Rectangle 67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70" name="Oval 69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2" name="TextBox 71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1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5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x1_7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" name="Rectangle 8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4" name="Rectangle 8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32323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7" name="Rectangle 8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90" name="Rectangle 8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40000" y="456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60000" y="46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x1_15</a:t>
            </a:r>
          </a:p>
        </p:txBody>
      </p:sp>
      <p:graphicFrame>
        <p:nvGraphicFramePr>
          <p:cNvPr id="105" name="Table 104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60000" y="1080000"/>
          <a:ext cx="7560000" cy="252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  <a:gridCol w="23625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Up Arrow 2"/>
          <p:cNvSpPr/>
          <p:nvPr/>
        </p:nvSpPr>
        <p:spPr>
          <a:xfrm>
            <a:off x="4522500" y="3240000"/>
            <a:ext cx="236250" cy="180000"/>
          </a:xfrm>
          <a:prstGeom prst="upArrow">
            <a:avLst/>
          </a:prstGeom>
          <a:solidFill>
            <a:srgbClr val="F7C12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3105000" y="3240000"/>
            <a:ext cx="236250" cy="180000"/>
          </a:xfrm>
          <a:prstGeom prst="upArrow">
            <a:avLst/>
          </a:prstGeom>
          <a:solidFill>
            <a:srgbClr val="FF640A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6885000" y="3240000"/>
            <a:ext cx="236250" cy="180000"/>
          </a:xfrm>
          <a:prstGeom prst="upArrow">
            <a:avLst/>
          </a:prstGeom>
          <a:solidFill>
            <a:srgbClr val="00B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4758750" y="3240000"/>
            <a:ext cx="236250" cy="180000"/>
          </a:xfrm>
          <a:prstGeom prst="upArrow">
            <a:avLst/>
          </a:prstGeom>
          <a:solidFill>
            <a:srgbClr val="92D05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0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0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2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00" y="324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750" y="34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0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6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8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50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12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7500" y="288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83750" y="306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60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62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325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687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5000" y="252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41250" y="2700000"/>
            <a:ext cx="23625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x2_5</a:t>
            </a:r>
          </a:p>
        </p:txBody>
      </p: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5" name="Rounded Rectangle 54"/>
            <p:cNvSpPr/>
            <p:nvPr/>
          </p:nvSpPr>
          <p:spPr>
            <a:xfrm>
              <a:off x="432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32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ADD_MUL_SMALL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452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509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452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509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ADD_MUL_SMALL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9" name="TextBox 58"/>
            <p:cNvSpPr txBox="1"/>
            <p:nvPr/>
          </p:nvSpPr>
          <p:spPr>
            <a:xfrm>
              <a:off x="475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3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32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5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7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32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8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52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9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21599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7600" y="5205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F0"/>
                </a:solidFill>
                <a:latin typeface="Tahoma"/>
              </a:defRPr>
            </a:pPr>
            <a:r>
              <a:t>x1_19</a:t>
            </a:r>
          </a:p>
        </p:txBody>
      </p: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Rounded Rectangle 68"/>
            <p:cNvSpPr/>
            <p:nvPr/>
          </p:nvSpPr>
          <p:spPr>
            <a:xfrm>
              <a:off x="6480000" y="4320000"/>
              <a:ext cx="1440000" cy="1440000"/>
            </a:xfrm>
            <a:prstGeom prst="round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480000" y="4356000"/>
              <a:ext cx="1440000" cy="251999"/>
            </a:xfrm>
            <a:prstGeom prst="rect">
              <a:avLst/>
            </a:prstGeom>
            <a:noFill/>
          </p:spPr>
          <p:txBody>
            <a:bodyPr wrap="none" bIns="0" tIns="0" lIns="0" rIns="0">
              <a:spAutoFit/>
            </a:bodyPr>
            <a:lstStyle/>
            <a:p>
              <a:pPr algn="ct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MOD_SMALL_UNSIGNED</a:t>
              </a:r>
            </a:p>
          </p:txBody>
        </p:sp>
        <p:sp>
          <p:nvSpPr>
            <p:cNvPr id="71" name="Oval 70"/>
            <p:cNvSpPr/>
            <p:nvPr/>
          </p:nvSpPr>
          <p:spPr>
            <a:xfrm>
              <a:off x="6681599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7257600" y="4629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6681599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7257600" y="5205599"/>
              <a:ext cx="460800" cy="46080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" name="MOD_SMALL_UNSIGNE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3" name="TextBox 72"/>
            <p:cNvSpPr txBox="1"/>
            <p:nvPr/>
          </p:nvSpPr>
          <p:spPr>
            <a:xfrm>
              <a:off x="6911999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488000" y="4583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FF0000"/>
                  </a:solidFill>
                  <a:latin typeface="Tahoma"/>
                </a:defRPr>
              </a:pPr>
              <a:r>
                <a:t>6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911999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488000" y="5159519"/>
              <a:ext cx="230400" cy="230400"/>
            </a:xfrm>
            <a:prstGeom prst="rect">
              <a:avLst/>
            </a:prstGeom>
            <a:noFill/>
          </p:spPr>
          <p:txBody>
            <a:bodyPr wrap="none" rIns="36000">
              <a:spAutoFit/>
            </a:bodyPr>
            <a:lstStyle/>
            <a:p>
              <a:pPr algn="r">
                <a:defRPr sz="1000" b="1">
                  <a:solidFill>
                    <a:srgbClr val="000000"/>
                  </a:solidFill>
                  <a:latin typeface="Tahoma"/>
                </a:defRPr>
              </a:pPr>
              <a:r>
                <a:t>0</a:t>
              </a: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6681599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57600" y="4629599"/>
            <a:ext cx="460800" cy="460800"/>
          </a:xfrm>
          <a:prstGeom prst="rect">
            <a:avLst/>
          </a:prstGeom>
          <a:noFill/>
        </p:spPr>
        <p:txBody>
          <a:bodyPr wrap="none" bIns="0" tIns="0" lIns="0" rIns="0" anchor="ctr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x1_9</a:t>
            </a:r>
          </a:p>
        </p:txBody>
      </p: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" name="Rectangle 80"/>
            <p:cNvSpPr/>
            <p:nvPr/>
          </p:nvSpPr>
          <p:spPr>
            <a:xfrm>
              <a:off x="720000" y="108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1512000" y="115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000" y="108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Read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4" name="Rectangle 83"/>
            <p:cNvSpPr/>
            <p:nvPr/>
          </p:nvSpPr>
          <p:spPr>
            <a:xfrm>
              <a:off x="720000" y="216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512000" y="223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92000" y="216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Read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7" name="Rectangle 86"/>
            <p:cNvSpPr/>
            <p:nvPr/>
          </p:nvSpPr>
          <p:spPr>
            <a:xfrm>
              <a:off x="720000" y="1620000"/>
              <a:ext cx="1080000" cy="360000"/>
            </a:xfrm>
            <a:prstGeom prst="rect">
              <a:avLst/>
            </a:prstGeom>
            <a:solidFill>
              <a:srgbClr val="B2B2BE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512000" y="169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92000" y="162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pSp>
        <p:nvGrpSpPr>
          <p:cNvPr id="1" name="Write_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90" name="Rectangle 89"/>
            <p:cNvSpPr/>
            <p:nvPr/>
          </p:nvSpPr>
          <p:spPr>
            <a:xfrm>
              <a:off x="720000" y="2700000"/>
              <a:ext cx="1080000" cy="360000"/>
            </a:xfrm>
            <a:prstGeom prst="rect">
              <a:avLst/>
            </a:prstGeom>
            <a:solidFill>
              <a:srgbClr val="E3E5E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512000" y="2772000"/>
              <a:ext cx="216000" cy="216000"/>
            </a:xfrm>
            <a:prstGeom prst="ellipse">
              <a:avLst/>
            </a:prstGeom>
            <a:solidFill>
              <a:srgbClr val="00C800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92000" y="2700000"/>
              <a:ext cx="648000" cy="360000"/>
            </a:xfrm>
            <a:prstGeom prst="rect">
              <a:avLst/>
            </a:prstGeom>
            <a:noFill/>
          </p:spPr>
          <p:txBody>
            <a:bodyPr wrap="none" anchor="ctr" lIns="0" rIns="0">
              <a:spAutoFit/>
            </a:bodyPr>
            <a:lstStyle/>
            <a:p>
              <a:pPr algn="l">
                <a:defRPr sz="1200" b="1">
                  <a:solidFill>
                    <a:srgbClr val="000000"/>
                  </a:solidFill>
                  <a:latin typeface="Tahoma"/>
                </a:defRPr>
              </a:pPr>
              <a:r>
                <a:t>Write</a:t>
              </a:r>
            </a:p>
          </p:txBody>
        </p:sp>
      </p:grp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2340000" y="4320000"/>
          <a:ext cx="1440000" cy="360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720000"/>
                <a:gridCol w="720000"/>
              </a:tblGrid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2340000" y="432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60000" y="43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40000" y="438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0000" y="441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40000" y="444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60000" y="447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40000" y="450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x1_6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60000" y="453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60000" y="459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x0_15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60000" y="4650000"/>
            <a:ext cx="720000" cy="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Tahoma"/>
              </a:defRPr>
            </a:pPr>
            <a:r>
              <a:t>x1_15</a:t>
            </a: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1620000" y="4320000"/>
          <a:ext cx="360000" cy="14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</a:tblGrid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00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05" name="TextBox 104"/>
          <p:cNvSpPr txBox="1"/>
          <p:nvPr/>
        </p:nvSpPr>
        <p:spPr>
          <a:xfrm>
            <a:off x="1620000" y="432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20000" y="468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20000" y="5040000"/>
            <a:ext cx="360000" cy="360000"/>
          </a:xfrm>
          <a:prstGeom prst="rect">
            <a:avLst/>
          </a:prstGeom>
          <a:noFill/>
        </p:spPr>
        <p:txBody>
          <a:bodyPr wrap="none" bIns="0" tIns="0" lIns="0" rIns="0">
            <a:spAutoFit/>
          </a:bodyPr>
          <a:lstStyle/>
          <a:p>
            <a:pPr algn="ctr">
              <a:defRPr sz="1200" b="1">
                <a:solidFill>
                  <a:srgbClr val="F7C120"/>
                </a:solidFill>
                <a:latin typeface="Tahoma"/>
              </a:defRPr>
            </a:pPr>
            <a:r>
              <a:t>x0_18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原創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78804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10" baseType="lpstr">
      <vt:lpstr>Arial</vt:lpstr>
      <vt:lpstr>Bookman Old Style</vt:lpstr>
      <vt:lpstr>Brush Script MT</vt:lpstr>
      <vt:lpstr>Calibri</vt:lpstr>
      <vt:lpstr>Gill Sans MT</vt:lpstr>
      <vt:lpstr>Tahoma</vt:lpstr>
      <vt:lpstr>Times New Roman</vt:lpstr>
      <vt:lpstr>Wingdings</vt:lpstr>
      <vt:lpstr>Wingdings 3</vt:lpstr>
      <vt:lpstr>原創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arryz</dc:creator>
  <cp:lastModifiedBy>David King</cp:lastModifiedBy>
  <cp:revision>4468</cp:revision>
  <dcterms:created xsi:type="dcterms:W3CDTF">2008-09-09T01:56:11Z</dcterms:created>
  <dcterms:modified xsi:type="dcterms:W3CDTF">2025-11-18T07:06:44Z</dcterms:modified>
</cp:coreProperties>
</file>