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ommentAuthors.xml" ContentType="application/vnd.openxmlformats-officedocument.presentationml.commentAuthor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56" r:id="rId1"/>
  </p:sldMasterIdLst>
  <p:notesMasterIdLst>
    <p:notesMasterId r:id="rId2"/>
  </p:notesMasterIdLst>
  <p:handoutMasterIdLst>
    <p:handoutMasterId r:id="rId3"/>
  </p:handoutMasterIdLst>
  <p:sldIdLst>
    <p:sldId id="256" r:id="rId9"/>
    <p:sldId id="257" r:id="rId10"/>
    <p:sldId id="258" r:id="rId11"/>
    <p:sldId id="259" r:id="rId12"/>
    <p:sldId id="260" r:id="rId13"/>
    <p:sldId id="261" r:id="rId14"/>
    <p:sldId id="262" r:id="rId15"/>
    <p:sldId id="263" r:id="rId16"/>
    <p:sldId id="264" r:id="rId17"/>
    <p:sldId id="265" r:id="rId18"/>
    <p:sldId id="266" r:id="rId19"/>
  </p:sldIdLst>
  <p:sldSz cx="12192000" cy="6858000"/>
  <p:notesSz cx="6797675" cy="9928225"/>
  <p:defaultTextStyle>
    <a:defPPr>
      <a:defRPr lang="zh-TW"/>
    </a:defPPr>
    <a:lvl1pPr algn="l" rtl="0" fontAlgn="base">
      <a:spcBef>
        <a:spcPct val="0"/>
      </a:spcBef>
      <a:spcAft>
        <a:spcPct val="0"/>
      </a:spcAft>
      <a:defRPr kumimoji="1" kern="1200">
        <a:solidFill>
          <a:schemeClr val="tx1"/>
        </a:solidFill>
        <a:latin typeface="Arial" pitchFamily="34" charset="0"/>
        <a:ea typeface="新細明體" pitchFamily="18" charset="-120"/>
        <a:cs typeface="+mn-cs"/>
      </a:defRPr>
    </a:lvl1pPr>
    <a:lvl2pPr marL="457200" algn="l" rtl="0" fontAlgn="base">
      <a:spcBef>
        <a:spcPct val="0"/>
      </a:spcBef>
      <a:spcAft>
        <a:spcPct val="0"/>
      </a:spcAft>
      <a:defRPr kumimoji="1" kern="1200">
        <a:solidFill>
          <a:schemeClr val="tx1"/>
        </a:solidFill>
        <a:latin typeface="Arial" pitchFamily="34" charset="0"/>
        <a:ea typeface="新細明體" pitchFamily="18" charset="-120"/>
        <a:cs typeface="+mn-cs"/>
      </a:defRPr>
    </a:lvl2pPr>
    <a:lvl3pPr marL="914400" algn="l" rtl="0" fontAlgn="base">
      <a:spcBef>
        <a:spcPct val="0"/>
      </a:spcBef>
      <a:spcAft>
        <a:spcPct val="0"/>
      </a:spcAft>
      <a:defRPr kumimoji="1" kern="1200">
        <a:solidFill>
          <a:schemeClr val="tx1"/>
        </a:solidFill>
        <a:latin typeface="Arial" pitchFamily="34" charset="0"/>
        <a:ea typeface="新細明體" pitchFamily="18" charset="-120"/>
        <a:cs typeface="+mn-cs"/>
      </a:defRPr>
    </a:lvl3pPr>
    <a:lvl4pPr marL="1371600" algn="l" rtl="0" fontAlgn="base">
      <a:spcBef>
        <a:spcPct val="0"/>
      </a:spcBef>
      <a:spcAft>
        <a:spcPct val="0"/>
      </a:spcAft>
      <a:defRPr kumimoji="1" kern="1200">
        <a:solidFill>
          <a:schemeClr val="tx1"/>
        </a:solidFill>
        <a:latin typeface="Arial" pitchFamily="34" charset="0"/>
        <a:ea typeface="新細明體" pitchFamily="18" charset="-120"/>
        <a:cs typeface="+mn-cs"/>
      </a:defRPr>
    </a:lvl4pPr>
    <a:lvl5pPr marL="1828800" algn="l" rtl="0" fontAlgn="base">
      <a:spcBef>
        <a:spcPct val="0"/>
      </a:spcBef>
      <a:spcAft>
        <a:spcPct val="0"/>
      </a:spcAft>
      <a:defRPr kumimoji="1" kern="1200">
        <a:solidFill>
          <a:schemeClr val="tx1"/>
        </a:solidFill>
        <a:latin typeface="Arial" pitchFamily="34" charset="0"/>
        <a:ea typeface="新細明體" pitchFamily="18" charset="-120"/>
        <a:cs typeface="+mn-cs"/>
      </a:defRPr>
    </a:lvl5pPr>
    <a:lvl6pPr marL="2286000" algn="l" defTabSz="914400" rtl="0" eaLnBrk="1" latinLnBrk="0" hangingPunct="1">
      <a:defRPr kumimoji="1" kern="1200">
        <a:solidFill>
          <a:schemeClr val="tx1"/>
        </a:solidFill>
        <a:latin typeface="Arial" pitchFamily="34" charset="0"/>
        <a:ea typeface="新細明體" pitchFamily="18" charset="-120"/>
        <a:cs typeface="+mn-cs"/>
      </a:defRPr>
    </a:lvl6pPr>
    <a:lvl7pPr marL="2743200" algn="l" defTabSz="914400" rtl="0" eaLnBrk="1" latinLnBrk="0" hangingPunct="1">
      <a:defRPr kumimoji="1" kern="1200">
        <a:solidFill>
          <a:schemeClr val="tx1"/>
        </a:solidFill>
        <a:latin typeface="Arial" pitchFamily="34" charset="0"/>
        <a:ea typeface="新細明體" pitchFamily="18" charset="-120"/>
        <a:cs typeface="+mn-cs"/>
      </a:defRPr>
    </a:lvl7pPr>
    <a:lvl8pPr marL="3200400" algn="l" defTabSz="914400" rtl="0" eaLnBrk="1" latinLnBrk="0" hangingPunct="1">
      <a:defRPr kumimoji="1" kern="1200">
        <a:solidFill>
          <a:schemeClr val="tx1"/>
        </a:solidFill>
        <a:latin typeface="Arial" pitchFamily="34" charset="0"/>
        <a:ea typeface="新細明體" pitchFamily="18" charset="-120"/>
        <a:cs typeface="+mn-cs"/>
      </a:defRPr>
    </a:lvl8pPr>
    <a:lvl9pPr marL="3657600" algn="l" defTabSz="914400" rtl="0" eaLnBrk="1" latinLnBrk="0" hangingPunct="1">
      <a:defRPr kumimoji="1" kern="1200">
        <a:solidFill>
          <a:schemeClr val="tx1"/>
        </a:solidFill>
        <a:latin typeface="Arial" pitchFamily="34" charset="0"/>
        <a:ea typeface="新細明體" pitchFamily="18" charset="-120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3127">
          <p15:clr>
            <a:srgbClr val="A4A3A4"/>
          </p15:clr>
        </p15:guide>
        <p15:guide id="2" pos="2141">
          <p15:clr>
            <a:srgbClr val="A4A3A4"/>
          </p15:clr>
        </p15:guide>
      </p15:notes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David King" initials="DK" lastIdx="1" clrIdx="0">
    <p:extLst>
      <p:ext uri="{19B8F6BF-5375-455C-9EA6-DF929625EA0E}">
        <p15:presenceInfo xmlns:p15="http://schemas.microsoft.com/office/powerpoint/2012/main" userId="b27cedced4579ff8" providerId="Windows Liv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DFFE5"/>
    <a:srgbClr val="DC3059"/>
    <a:srgbClr val="CC6600"/>
    <a:srgbClr val="0070C0"/>
    <a:srgbClr val="C0C0C0"/>
    <a:srgbClr val="8E0000"/>
    <a:srgbClr val="000000"/>
    <a:srgbClr val="3E0000"/>
    <a:srgbClr val="7030A0"/>
    <a:srgbClr val="FDB07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等深淺樣式 2 - 輔色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無樣式、無格線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DA37D80-6434-44D0-A028-1B22A696006F}" styleName="淺色樣式 3 - 輔色 2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5940675A-B579-460E-94D1-54222C63F5DA}" styleName="無樣式、表格格線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17292A2E-F333-43FB-9621-5CBBE7FDCDCB}" styleName="淺色樣式 2 - 輔色 4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</a:tcStyle>
    </a:band1H>
    <a:band1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1V>
    <a:band2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4"/>
        </a:fillRef>
      </a:tcStyle>
    </a:firstRow>
  </a:tblStyle>
  <a:tblStyle styleId="{F2DE63D5-997A-4646-A377-4702673A728D}" styleName="淺色樣式 2 - 輔色 3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</a:tcStyle>
    </a:band1H>
    <a:band1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1V>
    <a:band2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3"/>
        </a:fillRef>
      </a:tcStyle>
    </a:firstRow>
  </a:tblStyle>
  <a:tblStyle styleId="{5A111915-BE36-4E01-A7E5-04B1672EAD32}" styleName="淺色樣式 2 - 輔色 5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</a:tcBdr>
      </a:tcStyle>
    </a:band1H>
    <a:band1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1V>
    <a:band2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5"/>
        </a:fillRef>
      </a:tcStyle>
    </a:firstRow>
  </a:tblStyle>
  <a:tblStyle styleId="{1E171933-4619-4E11-9A3F-F7608DF75F80}" styleName="中等深淺樣式 1 - 輔色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4">
              <a:tint val="20000"/>
            </a:schemeClr>
          </a:solidFill>
        </a:fill>
      </a:tcStyle>
    </a:band1H>
    <a:band1V>
      <a:tcStyle>
        <a:tcBdr/>
        <a:fill>
          <a:solidFill>
            <a:schemeClr val="accent4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Row>
  </a:tblStyle>
  <a:tblStyle styleId="{1FECB4D8-DB02-4DC6-A0A2-4F2EBAE1DC90}" styleName="中等深淺樣式 1 - 輔色 3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3">
              <a:tint val="20000"/>
            </a:schemeClr>
          </a:solidFill>
        </a:fill>
      </a:tcStyle>
    </a:band1H>
    <a:band1V>
      <a:tcStyle>
        <a:tcBdr/>
        <a:fill>
          <a:solidFill>
            <a:schemeClr val="accent3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firstRow>
  </a:tblStyle>
  <a:tblStyle styleId="{EB9631B5-78F2-41C9-869B-9F39066F8104}" styleName="中等深淺樣式 3 - 輔色 4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8EC20E35-A176-4012-BC5E-935CFFF8708E}" styleName="中等深淺樣式 3">
    <a:wholeTbl>
      <a:tcTxStyle>
        <a:fontRef idx="minor"/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2278" autoAdjust="0"/>
    <p:restoredTop sz="83610" autoAdjust="0"/>
  </p:normalViewPr>
  <p:slideViewPr>
    <p:cSldViewPr>
      <p:cViewPr varScale="1">
        <p:scale>
          <a:sx n="94" d="100"/>
          <a:sy n="94" d="100"/>
        </p:scale>
        <p:origin x="1386" y="90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24552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 varScale="1">
      <p:scale>
        <a:sx n="100" d="100"/>
        <a:sy n="100" d="100"/>
      </p:scale>
      <p:origin x="0" y="0"/>
    </p:cViewPr>
  </p:sorterViewPr>
  <p:notesViewPr>
    <p:cSldViewPr>
      <p:cViewPr varScale="1">
        <p:scale>
          <a:sx n="78" d="100"/>
          <a:sy n="78" d="100"/>
        </p:scale>
        <p:origin x="-3366" y="-102"/>
      </p:cViewPr>
      <p:guideLst>
        <p:guide orient="horz" pos="3127"/>
        <p:guide pos="2141"/>
      </p:guideLst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notesMaster" Target="notesMasters/notesMaster1.xml"/><Relationship Id="rId3" Type="http://schemas.openxmlformats.org/officeDocument/2006/relationships/handoutMaster" Target="handoutMasters/handoutMaster1.xml"/><Relationship Id="rId4" Type="http://schemas.openxmlformats.org/officeDocument/2006/relationships/commentAuthors" Target="commentAuthors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Relationship Id="rId9" Type="http://schemas.openxmlformats.org/officeDocument/2006/relationships/slide" Target="slides/slide1.xml"/><Relationship Id="rId10" Type="http://schemas.openxmlformats.org/officeDocument/2006/relationships/slide" Target="slides/slide2.xml"/><Relationship Id="rId11" Type="http://schemas.openxmlformats.org/officeDocument/2006/relationships/slide" Target="slides/slide3.xml"/><Relationship Id="rId12" Type="http://schemas.openxmlformats.org/officeDocument/2006/relationships/slide" Target="slides/slide4.xml"/><Relationship Id="rId13" Type="http://schemas.openxmlformats.org/officeDocument/2006/relationships/slide" Target="slides/slide5.xml"/><Relationship Id="rId14" Type="http://schemas.openxmlformats.org/officeDocument/2006/relationships/slide" Target="slides/slide6.xml"/><Relationship Id="rId15" Type="http://schemas.openxmlformats.org/officeDocument/2006/relationships/slide" Target="slides/slide7.xml"/><Relationship Id="rId16" Type="http://schemas.openxmlformats.org/officeDocument/2006/relationships/slide" Target="slides/slide8.xml"/><Relationship Id="rId17" Type="http://schemas.openxmlformats.org/officeDocument/2006/relationships/slide" Target="slides/slide9.xml"/><Relationship Id="rId18" Type="http://schemas.openxmlformats.org/officeDocument/2006/relationships/slide" Target="slides/slide10.xml"/><Relationship Id="rId19" Type="http://schemas.openxmlformats.org/officeDocument/2006/relationships/slide" Target="slides/slide11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首版面配置區 1"/>
          <p:cNvSpPr>
            <a:spLocks noGrp="1"/>
          </p:cNvSpPr>
          <p:nvPr>
            <p:ph type="hdr" sz="quarter"/>
          </p:nvPr>
        </p:nvSpPr>
        <p:spPr>
          <a:xfrm>
            <a:off x="0" y="10"/>
            <a:ext cx="2946400" cy="496412"/>
          </a:xfrm>
          <a:prstGeom prst="rect">
            <a:avLst/>
          </a:prstGeom>
        </p:spPr>
        <p:txBody>
          <a:bodyPr vert="horz" lIns="91615" tIns="45808" rIns="91615" bIns="45808" rtlCol="0"/>
          <a:lstStyle>
            <a:lvl1pPr algn="l">
              <a:defRPr sz="1200"/>
            </a:lvl1pPr>
          </a:lstStyle>
          <a:p>
            <a:pPr>
              <a:defRPr/>
            </a:pPr>
            <a:endParaRPr lang="zh-TW" altLang="en-US"/>
          </a:p>
        </p:txBody>
      </p:sp>
      <p:sp>
        <p:nvSpPr>
          <p:cNvPr id="3" name="日期版面配置區 2"/>
          <p:cNvSpPr>
            <a:spLocks noGrp="1"/>
          </p:cNvSpPr>
          <p:nvPr>
            <p:ph type="dt" sz="quarter" idx="1"/>
          </p:nvPr>
        </p:nvSpPr>
        <p:spPr>
          <a:xfrm>
            <a:off x="3849694" y="10"/>
            <a:ext cx="2946400" cy="496412"/>
          </a:xfrm>
          <a:prstGeom prst="rect">
            <a:avLst/>
          </a:prstGeom>
        </p:spPr>
        <p:txBody>
          <a:bodyPr vert="horz" lIns="91615" tIns="45808" rIns="91615" bIns="45808" rtlCol="0"/>
          <a:lstStyle>
            <a:lvl1pPr algn="r">
              <a:defRPr sz="1200"/>
            </a:lvl1pPr>
          </a:lstStyle>
          <a:p>
            <a:pPr>
              <a:defRPr/>
            </a:pPr>
            <a:fld id="{4785F242-24A1-4F4D-88CC-D14F806EBBA6}" type="datetimeFigureOut">
              <a:rPr lang="zh-TW" altLang="en-US"/>
              <a:pPr>
                <a:defRPr/>
              </a:pPr>
              <a:t>2025/11/14</a:t>
            </a:fld>
            <a:endParaRPr lang="zh-TW" altLang="en-US"/>
          </a:p>
        </p:txBody>
      </p:sp>
      <p:sp>
        <p:nvSpPr>
          <p:cNvPr id="4" name="頁尾版面配置區 3"/>
          <p:cNvSpPr>
            <a:spLocks noGrp="1"/>
          </p:cNvSpPr>
          <p:nvPr>
            <p:ph type="ftr" sz="quarter" idx="2"/>
          </p:nvPr>
        </p:nvSpPr>
        <p:spPr>
          <a:xfrm>
            <a:off x="0" y="9430228"/>
            <a:ext cx="2946400" cy="496412"/>
          </a:xfrm>
          <a:prstGeom prst="rect">
            <a:avLst/>
          </a:prstGeom>
        </p:spPr>
        <p:txBody>
          <a:bodyPr vert="horz" lIns="91615" tIns="45808" rIns="91615" bIns="45808" rtlCol="0" anchor="b"/>
          <a:lstStyle>
            <a:lvl1pPr algn="l">
              <a:defRPr sz="1200"/>
            </a:lvl1pPr>
          </a:lstStyle>
          <a:p>
            <a:pPr>
              <a:defRPr/>
            </a:pPr>
            <a:endParaRPr lang="zh-TW" altLang="en-US"/>
          </a:p>
        </p:txBody>
      </p:sp>
      <p:sp>
        <p:nvSpPr>
          <p:cNvPr id="5" name="投影片編號版面配置區 4"/>
          <p:cNvSpPr>
            <a:spLocks noGrp="1"/>
          </p:cNvSpPr>
          <p:nvPr>
            <p:ph type="sldNum" sz="quarter" idx="3"/>
          </p:nvPr>
        </p:nvSpPr>
        <p:spPr>
          <a:xfrm>
            <a:off x="3849694" y="9430228"/>
            <a:ext cx="2946400" cy="496412"/>
          </a:xfrm>
          <a:prstGeom prst="rect">
            <a:avLst/>
          </a:prstGeom>
        </p:spPr>
        <p:txBody>
          <a:bodyPr vert="horz" lIns="91615" tIns="45808" rIns="91615" bIns="45808" rtlCol="0" anchor="b"/>
          <a:lstStyle>
            <a:lvl1pPr algn="r">
              <a:defRPr sz="1200"/>
            </a:lvl1pPr>
          </a:lstStyle>
          <a:p>
            <a:pPr>
              <a:defRPr/>
            </a:pPr>
            <a:fld id="{4C4904C9-3E3F-49FB-8FCE-18A48282D341}" type="slidenum">
              <a:rPr lang="zh-TW" altLang="en-US"/>
              <a:pPr>
                <a:defRPr/>
              </a:pPr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53085508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首版面配置區 1"/>
          <p:cNvSpPr>
            <a:spLocks noGrp="1"/>
          </p:cNvSpPr>
          <p:nvPr>
            <p:ph type="hdr" sz="quarter"/>
          </p:nvPr>
        </p:nvSpPr>
        <p:spPr>
          <a:xfrm>
            <a:off x="0" y="10"/>
            <a:ext cx="2946400" cy="496412"/>
          </a:xfrm>
          <a:prstGeom prst="rect">
            <a:avLst/>
          </a:prstGeom>
        </p:spPr>
        <p:txBody>
          <a:bodyPr vert="horz" lIns="91610" tIns="45804" rIns="91610" bIns="45804" rtlCol="0"/>
          <a:lstStyle>
            <a:lvl1pPr algn="l" fontAlgn="auto">
              <a:spcBef>
                <a:spcPts val="0"/>
              </a:spcBef>
              <a:spcAft>
                <a:spcPts val="0"/>
              </a:spcAft>
              <a:defRPr kumimoji="0" sz="1200">
                <a:latin typeface="+mn-lt"/>
                <a:ea typeface="+mn-ea"/>
              </a:defRPr>
            </a:lvl1pPr>
          </a:lstStyle>
          <a:p>
            <a:pPr>
              <a:defRPr/>
            </a:pPr>
            <a:endParaRPr lang="zh-TW" altLang="en-US"/>
          </a:p>
        </p:txBody>
      </p:sp>
      <p:sp>
        <p:nvSpPr>
          <p:cNvPr id="3" name="日期版面配置區 2"/>
          <p:cNvSpPr>
            <a:spLocks noGrp="1"/>
          </p:cNvSpPr>
          <p:nvPr>
            <p:ph type="dt" idx="1"/>
          </p:nvPr>
        </p:nvSpPr>
        <p:spPr>
          <a:xfrm>
            <a:off x="3849694" y="10"/>
            <a:ext cx="2946400" cy="496412"/>
          </a:xfrm>
          <a:prstGeom prst="rect">
            <a:avLst/>
          </a:prstGeom>
        </p:spPr>
        <p:txBody>
          <a:bodyPr vert="horz" lIns="91610" tIns="45804" rIns="91610" bIns="45804" rtlCol="0"/>
          <a:lstStyle>
            <a:lvl1pPr algn="r" fontAlgn="auto">
              <a:spcBef>
                <a:spcPts val="0"/>
              </a:spcBef>
              <a:spcAft>
                <a:spcPts val="0"/>
              </a:spcAft>
              <a:defRPr kumimoji="0" sz="1200">
                <a:latin typeface="+mn-lt"/>
                <a:ea typeface="+mn-ea"/>
              </a:defRPr>
            </a:lvl1pPr>
          </a:lstStyle>
          <a:p>
            <a:pPr>
              <a:defRPr/>
            </a:pPr>
            <a:fld id="{10BEC28A-28DD-48D1-8455-A72418DFD369}" type="datetimeFigureOut">
              <a:rPr lang="zh-TW" altLang="en-US"/>
              <a:pPr>
                <a:defRPr/>
              </a:pPr>
              <a:t>2025/11/14</a:t>
            </a:fld>
            <a:endParaRPr lang="zh-TW" altLang="en-US"/>
          </a:p>
        </p:txBody>
      </p:sp>
      <p:sp>
        <p:nvSpPr>
          <p:cNvPr id="4" name="投影片圖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92075" y="746125"/>
            <a:ext cx="6613525" cy="3721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610" tIns="45804" rIns="91610" bIns="45804" rtlCol="0" anchor="ctr"/>
          <a:lstStyle/>
          <a:p>
            <a:pPr lvl="0"/>
            <a:endParaRPr lang="zh-TW" altLang="en-US" noProof="0"/>
          </a:p>
        </p:txBody>
      </p:sp>
      <p:sp>
        <p:nvSpPr>
          <p:cNvPr id="5" name="備忘稿版面配置區 4"/>
          <p:cNvSpPr>
            <a:spLocks noGrp="1"/>
          </p:cNvSpPr>
          <p:nvPr>
            <p:ph type="body" sz="quarter" idx="3"/>
          </p:nvPr>
        </p:nvSpPr>
        <p:spPr>
          <a:xfrm>
            <a:off x="679460" y="4716715"/>
            <a:ext cx="5438775" cy="4467700"/>
          </a:xfrm>
          <a:prstGeom prst="rect">
            <a:avLst/>
          </a:prstGeom>
        </p:spPr>
        <p:txBody>
          <a:bodyPr vert="horz" lIns="91610" tIns="45804" rIns="91610" bIns="45804" rtlCol="0">
            <a:normAutofit/>
          </a:bodyPr>
          <a:lstStyle/>
          <a:p>
            <a:pPr lvl="0"/>
            <a:r>
              <a:rPr lang="zh-TW" altLang="en-US" noProof="0"/>
              <a:t>按一下以編輯母片文字樣式</a:t>
            </a:r>
          </a:p>
          <a:p>
            <a:pPr lvl="1"/>
            <a:r>
              <a:rPr lang="zh-TW" altLang="en-US" noProof="0"/>
              <a:t>第二層</a:t>
            </a:r>
          </a:p>
          <a:p>
            <a:pPr lvl="2"/>
            <a:r>
              <a:rPr lang="zh-TW" altLang="en-US" noProof="0"/>
              <a:t>第三層</a:t>
            </a:r>
          </a:p>
          <a:p>
            <a:pPr lvl="3"/>
            <a:r>
              <a:rPr lang="zh-TW" altLang="en-US" noProof="0"/>
              <a:t>第四層</a:t>
            </a:r>
          </a:p>
          <a:p>
            <a:pPr lvl="4"/>
            <a:r>
              <a:rPr lang="zh-TW" altLang="en-US" noProof="0"/>
              <a:t>第五層</a:t>
            </a:r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4"/>
          </p:nvPr>
        </p:nvSpPr>
        <p:spPr>
          <a:xfrm>
            <a:off x="0" y="9430228"/>
            <a:ext cx="2946400" cy="496412"/>
          </a:xfrm>
          <a:prstGeom prst="rect">
            <a:avLst/>
          </a:prstGeom>
        </p:spPr>
        <p:txBody>
          <a:bodyPr vert="horz" lIns="91610" tIns="45804" rIns="91610" bIns="45804" rtlCol="0" anchor="b"/>
          <a:lstStyle>
            <a:lvl1pPr algn="l" fontAlgn="auto">
              <a:spcBef>
                <a:spcPts val="0"/>
              </a:spcBef>
              <a:spcAft>
                <a:spcPts val="0"/>
              </a:spcAft>
              <a:defRPr kumimoji="0" sz="1200">
                <a:latin typeface="+mn-lt"/>
                <a:ea typeface="+mn-ea"/>
              </a:defRPr>
            </a:lvl1pPr>
          </a:lstStyle>
          <a:p>
            <a:pPr>
              <a:defRPr/>
            </a:pPr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5"/>
          </p:nvPr>
        </p:nvSpPr>
        <p:spPr>
          <a:xfrm>
            <a:off x="3849694" y="9430228"/>
            <a:ext cx="2946400" cy="496412"/>
          </a:xfrm>
          <a:prstGeom prst="rect">
            <a:avLst/>
          </a:prstGeom>
        </p:spPr>
        <p:txBody>
          <a:bodyPr vert="horz" lIns="91610" tIns="45804" rIns="91610" bIns="45804" rtlCol="0" anchor="b"/>
          <a:lstStyle>
            <a:lvl1pPr algn="r" fontAlgn="auto">
              <a:spcBef>
                <a:spcPts val="0"/>
              </a:spcBef>
              <a:spcAft>
                <a:spcPts val="0"/>
              </a:spcAft>
              <a:defRPr kumimoji="0" sz="1200">
                <a:latin typeface="+mn-lt"/>
                <a:ea typeface="+mn-ea"/>
              </a:defRPr>
            </a:lvl1pPr>
          </a:lstStyle>
          <a:p>
            <a:pPr>
              <a:defRPr/>
            </a:pPr>
            <a:fld id="{5B5EFBDB-032D-43FD-B762-F4099B6A73D5}" type="slidenum">
              <a:rPr lang="zh-TW" altLang="en-US"/>
              <a:pPr>
                <a:defRPr/>
              </a:pPr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763040018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e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e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e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/>
          <p:cNvSpPr/>
          <p:nvPr/>
        </p:nvSpPr>
        <p:spPr>
          <a:xfrm>
            <a:off x="1206500" y="3648076"/>
            <a:ext cx="9753600" cy="1279525"/>
          </a:xfrm>
          <a:prstGeom prst="rect">
            <a:avLst/>
          </a:prstGeom>
          <a:noFill/>
          <a:ln w="6350" cap="rnd" cmpd="sng" algn="ctr">
            <a:solidFill>
              <a:schemeClr val="accent1"/>
            </a:solidFill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kumimoji="0" lang="en-US"/>
          </a:p>
        </p:txBody>
      </p:sp>
      <p:sp>
        <p:nvSpPr>
          <p:cNvPr id="5" name="矩形 4"/>
          <p:cNvSpPr/>
          <p:nvPr/>
        </p:nvSpPr>
        <p:spPr>
          <a:xfrm>
            <a:off x="1219200" y="5048250"/>
            <a:ext cx="9753600" cy="685800"/>
          </a:xfrm>
          <a:prstGeom prst="rect">
            <a:avLst/>
          </a:prstGeom>
          <a:noFill/>
          <a:ln w="6350" cap="rnd" cmpd="sng" algn="ctr">
            <a:solidFill>
              <a:schemeClr val="accent2"/>
            </a:solidFill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kumimoji="0" lang="en-US"/>
          </a:p>
        </p:txBody>
      </p:sp>
      <p:sp>
        <p:nvSpPr>
          <p:cNvPr id="6" name="矩形 5"/>
          <p:cNvSpPr/>
          <p:nvPr/>
        </p:nvSpPr>
        <p:spPr>
          <a:xfrm>
            <a:off x="1206500" y="3648076"/>
            <a:ext cx="304800" cy="1279525"/>
          </a:xfrm>
          <a:prstGeom prst="rect">
            <a:avLst/>
          </a:prstGeom>
          <a:solidFill>
            <a:schemeClr val="accent1"/>
          </a:solidFill>
          <a:ln w="635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kumimoji="0" lang="en-US"/>
          </a:p>
        </p:txBody>
      </p:sp>
      <p:sp>
        <p:nvSpPr>
          <p:cNvPr id="7" name="矩形 6"/>
          <p:cNvSpPr/>
          <p:nvPr/>
        </p:nvSpPr>
        <p:spPr>
          <a:xfrm>
            <a:off x="1219200" y="5048250"/>
            <a:ext cx="304800" cy="685800"/>
          </a:xfrm>
          <a:prstGeom prst="rect">
            <a:avLst/>
          </a:prstGeom>
          <a:solidFill>
            <a:schemeClr val="accent2"/>
          </a:solidFill>
          <a:ln w="635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kumimoji="0" lang="en-US"/>
          </a:p>
        </p:txBody>
      </p:sp>
      <p:sp>
        <p:nvSpPr>
          <p:cNvPr id="11" name="頁尾版面配置區 5"/>
          <p:cNvSpPr txBox="1">
            <a:spLocks/>
          </p:cNvSpPr>
          <p:nvPr userDrawn="1"/>
        </p:nvSpPr>
        <p:spPr>
          <a:xfrm>
            <a:off x="8849784" y="6354763"/>
            <a:ext cx="2402416" cy="366712"/>
          </a:xfrm>
          <a:prstGeom prst="rect">
            <a:avLst/>
          </a:prstGeom>
        </p:spPr>
        <p:txBody>
          <a:bodyPr/>
          <a:lstStyle/>
          <a:p>
            <a:pPr algn="r"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en-US" dirty="0">
                <a:solidFill>
                  <a:srgbClr val="E85E68"/>
                </a:solidFill>
                <a:latin typeface="Brush Script MT" pitchFamily="66" charset="0"/>
                <a:ea typeface="STXingkai" pitchFamily="2" charset="-122"/>
              </a:rPr>
              <a:t>STAR Group</a:t>
            </a:r>
          </a:p>
        </p:txBody>
      </p:sp>
      <p:sp>
        <p:nvSpPr>
          <p:cNvPr id="12" name="五角星形 11"/>
          <p:cNvSpPr/>
          <p:nvPr userDrawn="1"/>
        </p:nvSpPr>
        <p:spPr>
          <a:xfrm>
            <a:off x="10096500" y="6215063"/>
            <a:ext cx="304800" cy="228600"/>
          </a:xfrm>
          <a:prstGeom prst="star5">
            <a:avLst/>
          </a:prstGeom>
          <a:solidFill>
            <a:schemeClr val="accent4">
              <a:lumMod val="75000"/>
            </a:schemeClr>
          </a:solidFill>
          <a:ln>
            <a:solidFill>
              <a:srgbClr val="FFFF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zh-TW" altLang="en-US" dirty="0">
              <a:solidFill>
                <a:srgbClr val="FFC000"/>
              </a:solidFill>
            </a:endParaRPr>
          </a:p>
        </p:txBody>
      </p:sp>
      <p:pic>
        <p:nvPicPr>
          <p:cNvPr id="13" name="Picture 2"/>
          <p:cNvPicPr>
            <a:picLocks noChangeAspect="1" noChangeArrowheads="1"/>
          </p:cNvPicPr>
          <p:nvPr userDrawn="1"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1186584" y="6072188"/>
            <a:ext cx="903816" cy="685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8" name="標題 7"/>
          <p:cNvSpPr>
            <a:spLocks noGrp="1"/>
          </p:cNvSpPr>
          <p:nvPr>
            <p:ph type="ctrTitle" hasCustomPrompt="1"/>
          </p:nvPr>
        </p:nvSpPr>
        <p:spPr>
          <a:xfrm>
            <a:off x="1625600" y="3886200"/>
            <a:ext cx="9144000" cy="990600"/>
          </a:xfrm>
        </p:spPr>
        <p:txBody>
          <a:bodyPr anchor="t"/>
          <a:lstStyle>
            <a:lvl1pPr algn="r">
              <a:defRPr sz="2800" b="0">
                <a:solidFill>
                  <a:schemeClr val="tx1"/>
                </a:solidFill>
                <a:latin typeface="Tahoma" panose="020B0604030504040204" pitchFamily="34" charset="0"/>
                <a:cs typeface="Tahoma" panose="020B0604030504040204" pitchFamily="34" charset="0"/>
              </a:defRPr>
            </a:lvl1pPr>
          </a:lstStyle>
          <a:p>
            <a:r>
              <a:rPr lang="en-US" altLang="zh-TW" dirty="0"/>
              <a:t>Title</a:t>
            </a:r>
            <a:endParaRPr lang="en-US" dirty="0"/>
          </a:p>
        </p:txBody>
      </p:sp>
      <p:sp>
        <p:nvSpPr>
          <p:cNvPr id="9" name="副標題 8"/>
          <p:cNvSpPr>
            <a:spLocks noGrp="1"/>
          </p:cNvSpPr>
          <p:nvPr>
            <p:ph type="subTitle" idx="1" hasCustomPrompt="1"/>
          </p:nvPr>
        </p:nvSpPr>
        <p:spPr>
          <a:xfrm>
            <a:off x="1625600" y="5048250"/>
            <a:ext cx="9144000" cy="685800"/>
          </a:xfrm>
        </p:spPr>
        <p:txBody>
          <a:bodyPr/>
          <a:lstStyle>
            <a:lvl1pPr marL="0" indent="0" algn="r">
              <a:buNone/>
              <a:defRPr sz="1600">
                <a:solidFill>
                  <a:schemeClr val="tx2"/>
                </a:solidFill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defRPr>
            </a:lvl1pPr>
            <a:lvl2pPr marL="457200" indent="0" algn="ctr">
              <a:buNone/>
            </a:lvl2pPr>
            <a:lvl3pPr marL="914400" indent="0" algn="ctr">
              <a:buNone/>
            </a:lvl3pPr>
            <a:lvl4pPr marL="1371600" indent="0" algn="ctr">
              <a:buNone/>
            </a:lvl4pPr>
            <a:lvl5pPr marL="1828800" indent="0" algn="ctr">
              <a:buNone/>
            </a:lvl5pPr>
            <a:lvl6pPr marL="2286000" indent="0" algn="ctr">
              <a:buNone/>
            </a:lvl6pPr>
            <a:lvl7pPr marL="2743200" indent="0" algn="ctr">
              <a:buNone/>
            </a:lvl7pPr>
            <a:lvl8pPr marL="3200400" indent="0" algn="ctr">
              <a:buNone/>
            </a:lvl8pPr>
            <a:lvl9pPr marL="3657600" indent="0" algn="ctr">
              <a:buNone/>
            </a:lvl9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727CA3"/>
              </a:buClr>
              <a:buSzPct val="76000"/>
              <a:buFont typeface="Wingdings 3" pitchFamily="18" charset="2"/>
              <a:buNone/>
              <a:tabLst/>
              <a:defRPr/>
            </a:pPr>
            <a:r>
              <a:rPr kumimoji="0" lang="en-US" altLang="zh-TW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Student: </a:t>
            </a:r>
            <a:r>
              <a:rPr kumimoji="0" lang="en-US" altLang="zh-TW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75000"/>
                    <a:lumOff val="25000"/>
                  </a:prstClr>
                </a:solidFill>
                <a:effectLst/>
                <a:uLnTx/>
                <a:uFillTx/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Chao-</a:t>
            </a:r>
            <a:r>
              <a:rPr kumimoji="0" lang="en-US" altLang="zh-TW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>
                    <a:lumMod val="75000"/>
                    <a:lumOff val="25000"/>
                  </a:prstClr>
                </a:solidFill>
                <a:effectLst/>
                <a:uLnTx/>
                <a:uFillTx/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En</a:t>
            </a:r>
            <a:r>
              <a:rPr kumimoji="0" lang="en-US" altLang="zh-TW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75000"/>
                    <a:lumOff val="25000"/>
                  </a:prstClr>
                </a:solidFill>
                <a:effectLst/>
                <a:uLnTx/>
                <a:uFillTx/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 Kuo</a:t>
            </a:r>
          </a:p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727CA3"/>
              </a:buClr>
              <a:buSzPct val="76000"/>
              <a:buFont typeface="Wingdings 3" pitchFamily="18" charset="2"/>
              <a:buNone/>
              <a:tabLst/>
              <a:defRPr/>
            </a:pPr>
            <a:r>
              <a:rPr kumimoji="0" lang="en-US" altLang="zh-TW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Advisor</a:t>
            </a:r>
            <a:r>
              <a:rPr kumimoji="0" lang="en-US" altLang="zh-TW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75000"/>
                    <a:lumOff val="25000"/>
                  </a:prstClr>
                </a:solidFill>
                <a:effectLst/>
                <a:uLnTx/>
                <a:uFillTx/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: </a:t>
            </a:r>
            <a:r>
              <a:rPr kumimoji="0" lang="en-US" altLang="zh-TW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>
                    <a:lumMod val="75000"/>
                    <a:lumOff val="25000"/>
                  </a:prstClr>
                </a:solidFill>
                <a:effectLst/>
                <a:uLnTx/>
                <a:uFillTx/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Hsie</a:t>
            </a:r>
            <a:r>
              <a:rPr kumimoji="0" lang="en-US" altLang="zh-TW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75000"/>
                    <a:lumOff val="25000"/>
                  </a:prstClr>
                </a:solidFill>
                <a:effectLst/>
                <a:uLnTx/>
                <a:uFillTx/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-Chia Chang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2"/>
          <p:cNvPicPr>
            <a:picLocks noChangeAspect="1" noChangeArrowheads="1"/>
          </p:cNvPicPr>
          <p:nvPr userDrawn="1"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1186584" y="6072188"/>
            <a:ext cx="903816" cy="685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2" name="標題 1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 sz="3200" b="1" baseline="0">
                <a:solidFill>
                  <a:srgbClr val="F39A1E"/>
                </a:solidFill>
                <a:latin typeface="Tahoma" panose="020B0604030504040204" pitchFamily="34" charset="0"/>
                <a:cs typeface="Tahoma" panose="020B0604030504040204" pitchFamily="34" charset="0"/>
              </a:defRPr>
            </a:lvl1pPr>
          </a:lstStyle>
          <a:p>
            <a:r>
              <a:rPr lang="en-US" altLang="zh-TW" dirty="0"/>
              <a:t>Title</a:t>
            </a:r>
            <a:endParaRPr lang="en-US" dirty="0"/>
          </a:p>
        </p:txBody>
      </p:sp>
      <p:sp>
        <p:nvSpPr>
          <p:cNvPr id="8" name="內容版面配置區 7"/>
          <p:cNvSpPr>
            <a:spLocks noGrp="1"/>
          </p:cNvSpPr>
          <p:nvPr>
            <p:ph sz="quarter" idx="1" hasCustomPrompt="1"/>
          </p:nvPr>
        </p:nvSpPr>
        <p:spPr>
          <a:xfrm>
            <a:off x="609600" y="1219200"/>
            <a:ext cx="10972800" cy="4937760"/>
          </a:xfrm>
        </p:spPr>
        <p:txBody>
          <a:bodyPr/>
          <a:lstStyle>
            <a:lvl1pPr>
              <a:defRPr sz="2400">
                <a:latin typeface="Tahoma" panose="020B0604030504040204" pitchFamily="34" charset="0"/>
                <a:cs typeface="Tahoma" panose="020B0604030504040204" pitchFamily="34" charset="0"/>
              </a:defRPr>
            </a:lvl1pPr>
            <a:lvl2pPr>
              <a:defRPr sz="2000">
                <a:solidFill>
                  <a:schemeClr val="bg2">
                    <a:lumMod val="50000"/>
                  </a:schemeClr>
                </a:solidFill>
                <a:latin typeface="Tahoma" panose="020B0604030504040204" pitchFamily="34" charset="0"/>
                <a:cs typeface="Tahoma" panose="020B0604030504040204" pitchFamily="34" charset="0"/>
              </a:defRPr>
            </a:lvl2pPr>
            <a:lvl3pPr>
              <a:defRPr sz="1800">
                <a:solidFill>
                  <a:schemeClr val="bg1">
                    <a:lumMod val="50000"/>
                  </a:schemeClr>
                </a:solidFill>
                <a:latin typeface="Tahoma" panose="020B0604030504040204" pitchFamily="34" charset="0"/>
                <a:cs typeface="Tahoma" panose="020B0604030504040204" pitchFamily="34" charset="0"/>
              </a:defRPr>
            </a:lvl3pPr>
            <a:lvl4pPr>
              <a:defRPr sz="1600">
                <a:latin typeface="Tahoma" panose="020B0604030504040204" pitchFamily="34" charset="0"/>
                <a:cs typeface="Tahoma" panose="020B0604030504040204" pitchFamily="34" charset="0"/>
              </a:defRPr>
            </a:lvl4pPr>
            <a:lvl5pPr>
              <a:defRPr sz="1400">
                <a:latin typeface="Tahoma" panose="020B0604030504040204" pitchFamily="34" charset="0"/>
                <a:cs typeface="Tahoma" panose="020B0604030504040204" pitchFamily="34" charset="0"/>
              </a:defRPr>
            </a:lvl5pPr>
          </a:lstStyle>
          <a:p>
            <a:pPr lvl="0"/>
            <a:r>
              <a:rPr lang="en-US" altLang="zh-TW" dirty="0"/>
              <a:t>1st</a:t>
            </a:r>
            <a:endParaRPr lang="zh-TW" altLang="en-US" dirty="0"/>
          </a:p>
          <a:p>
            <a:pPr lvl="1"/>
            <a:r>
              <a:rPr lang="en-US" altLang="zh-TW" dirty="0"/>
              <a:t>2nd</a:t>
            </a:r>
            <a:endParaRPr lang="zh-TW" altLang="en-US" dirty="0"/>
          </a:p>
          <a:p>
            <a:pPr lvl="2"/>
            <a:r>
              <a:rPr lang="en-US" altLang="zh-TW" dirty="0"/>
              <a:t>3rd</a:t>
            </a:r>
            <a:endParaRPr lang="zh-TW" altLang="en-US" dirty="0"/>
          </a:p>
          <a:p>
            <a:pPr lvl="3"/>
            <a:r>
              <a:rPr lang="en-US" altLang="zh-TW" dirty="0"/>
              <a:t>4th</a:t>
            </a:r>
            <a:endParaRPr lang="zh-TW" altLang="en-US" dirty="0"/>
          </a:p>
          <a:p>
            <a:pPr lvl="4"/>
            <a:r>
              <a:rPr lang="en-US" altLang="zh-TW" dirty="0"/>
              <a:t>5t</a:t>
            </a:r>
            <a:endParaRPr lang="en-US" dirty="0"/>
          </a:p>
        </p:txBody>
      </p:sp>
      <p:sp>
        <p:nvSpPr>
          <p:cNvPr id="7" name="投影片編號版面配置區 5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A8811E32-B9A0-4C06-A644-818AE0A5CA07}" type="slidenum">
              <a:rPr lang="zh-TW" altLang="en-US"/>
              <a:pPr>
                <a:defRPr/>
              </a:pPr>
              <a:t>‹#›</a:t>
            </a:fld>
            <a:endParaRPr lang="zh-TW" alt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等腰三角形 2"/>
          <p:cNvSpPr>
            <a:spLocks noChangeAspect="1"/>
          </p:cNvSpPr>
          <p:nvPr/>
        </p:nvSpPr>
        <p:spPr>
          <a:xfrm rot="5400000">
            <a:off x="590550" y="6447367"/>
            <a:ext cx="190500" cy="160867"/>
          </a:xfrm>
          <a:prstGeom prst="triangle">
            <a:avLst>
              <a:gd name="adj" fmla="val 50000"/>
            </a:avLst>
          </a:prstGeom>
          <a:solidFill>
            <a:schemeClr val="accent2"/>
          </a:solidFill>
          <a:ln w="254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kumimoji="0" lang="en-US"/>
          </a:p>
        </p:txBody>
      </p:sp>
      <p:sp>
        <p:nvSpPr>
          <p:cNvPr id="4" name="日期版面配置區 7"/>
          <p:cNvSpPr txBox="1">
            <a:spLocks/>
          </p:cNvSpPr>
          <p:nvPr userDrawn="1"/>
        </p:nvSpPr>
        <p:spPr>
          <a:xfrm>
            <a:off x="7122584" y="6361114"/>
            <a:ext cx="2116667" cy="365125"/>
          </a:xfrm>
          <a:prstGeom prst="rect">
            <a:avLst/>
          </a:prstGeom>
        </p:spPr>
        <p:txBody>
          <a:bodyPr/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en-US" dirty="0">
              <a:solidFill>
                <a:srgbClr val="7030A0"/>
              </a:solidFill>
              <a:latin typeface="+mn-lt"/>
              <a:ea typeface="+mn-ea"/>
            </a:endParaRPr>
          </a:p>
        </p:txBody>
      </p:sp>
      <p:pic>
        <p:nvPicPr>
          <p:cNvPr id="6" name="Picture 2"/>
          <p:cNvPicPr>
            <a:picLocks noChangeAspect="1" noChangeArrowheads="1"/>
          </p:cNvPicPr>
          <p:nvPr userDrawn="1"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1186584" y="6072188"/>
            <a:ext cx="903816" cy="685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2" name="標題 1"/>
          <p:cNvSpPr>
            <a:spLocks noGrp="1"/>
          </p:cNvSpPr>
          <p:nvPr>
            <p:ph type="title" hasCustomPrompt="1"/>
          </p:nvPr>
        </p:nvSpPr>
        <p:spPr>
          <a:xfrm>
            <a:off x="609600" y="228600"/>
            <a:ext cx="10972800" cy="914400"/>
          </a:xfrm>
        </p:spPr>
        <p:txBody>
          <a:bodyPr/>
          <a:lstStyle>
            <a:lvl1pPr algn="l" rtl="0" fontAlgn="base">
              <a:spcBef>
                <a:spcPct val="0"/>
              </a:spcBef>
              <a:spcAft>
                <a:spcPct val="0"/>
              </a:spcAft>
              <a:defRPr lang="en-US" sz="3200" b="1" kern="1200" baseline="0" dirty="0">
                <a:solidFill>
                  <a:srgbClr val="F39A1E"/>
                </a:solidFill>
                <a:latin typeface="Tahoma" panose="020B0604030504040204" pitchFamily="34" charset="0"/>
                <a:ea typeface="+mj-ea"/>
                <a:cs typeface="Tahoma" panose="020B0604030504040204" pitchFamily="34" charset="0"/>
              </a:defRPr>
            </a:lvl1pPr>
          </a:lstStyle>
          <a:p>
            <a:r>
              <a:rPr lang="en-US" altLang="zh-TW" dirty="0"/>
              <a:t>Title</a:t>
            </a:r>
            <a:endParaRPr lang="en-US" dirty="0"/>
          </a:p>
        </p:txBody>
      </p:sp>
      <p:sp>
        <p:nvSpPr>
          <p:cNvPr id="10" name="投影片編號版面配置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A5C49390-859A-4B82-9667-58B58EBCB525}" type="slidenum">
              <a:rPr lang="zh-TW" altLang="en-US"/>
              <a:pPr>
                <a:defRPr/>
              </a:pPr>
              <a:t>‹#›</a:t>
            </a:fld>
            <a:endParaRPr lang="zh-TW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直線接點 1"/>
          <p:cNvSpPr>
            <a:spLocks noChangeShapeType="1"/>
          </p:cNvSpPr>
          <p:nvPr/>
        </p:nvSpPr>
        <p:spPr bwMode="auto">
          <a:xfrm>
            <a:off x="609600" y="6353175"/>
            <a:ext cx="10972800" cy="0"/>
          </a:xfrm>
          <a:prstGeom prst="line">
            <a:avLst/>
          </a:prstGeom>
          <a:noFill/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/>
          <a:lstStyle/>
          <a:p>
            <a:pPr>
              <a:defRPr/>
            </a:pPr>
            <a:endParaRPr kumimoji="0" lang="en-US"/>
          </a:p>
        </p:txBody>
      </p:sp>
      <p:sp>
        <p:nvSpPr>
          <p:cNvPr id="3" name="等腰三角形 2"/>
          <p:cNvSpPr>
            <a:spLocks noChangeAspect="1"/>
          </p:cNvSpPr>
          <p:nvPr/>
        </p:nvSpPr>
        <p:spPr>
          <a:xfrm rot="5400000">
            <a:off x="590550" y="6447367"/>
            <a:ext cx="190500" cy="160867"/>
          </a:xfrm>
          <a:prstGeom prst="triangle">
            <a:avLst>
              <a:gd name="adj" fmla="val 50000"/>
            </a:avLst>
          </a:prstGeom>
          <a:solidFill>
            <a:schemeClr val="accent2"/>
          </a:solidFill>
          <a:ln w="254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kumimoji="0" lang="en-US"/>
          </a:p>
        </p:txBody>
      </p:sp>
      <p:sp>
        <p:nvSpPr>
          <p:cNvPr id="6" name="投影片編號版面配置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7AE0613F-01AD-4AF4-B065-14E6D69794D3}" type="slidenum">
              <a:rPr lang="zh-TW" altLang="en-US"/>
              <a:pPr>
                <a:defRPr/>
              </a:pPr>
              <a:t>‹#›</a:t>
            </a:fld>
            <a:endParaRPr lang="zh-TW" alt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Relationship Id="rId6" Type="http://schemas.openxmlformats.org/officeDocument/2006/relationships/image" Target="../media/image2.jpe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標題版面配置區 21"/>
          <p:cNvSpPr>
            <a:spLocks noGrp="1"/>
          </p:cNvSpPr>
          <p:nvPr>
            <p:ph type="title"/>
          </p:nvPr>
        </p:nvSpPr>
        <p:spPr bwMode="auto">
          <a:xfrm>
            <a:off x="609600" y="152400"/>
            <a:ext cx="10972800" cy="9906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/>
          <a:p>
            <a:pPr lvl="0"/>
            <a:r>
              <a:rPr lang="zh-TW" altLang="en-US" dirty="0"/>
              <a:t>按一下以編輯母片標題樣式</a:t>
            </a:r>
            <a:endParaRPr lang="en-US" dirty="0"/>
          </a:p>
        </p:txBody>
      </p:sp>
      <p:sp>
        <p:nvSpPr>
          <p:cNvPr id="5123" name="文字版面配置區 12"/>
          <p:cNvSpPr>
            <a:spLocks noGrp="1"/>
          </p:cNvSpPr>
          <p:nvPr>
            <p:ph type="body" idx="1"/>
          </p:nvPr>
        </p:nvSpPr>
        <p:spPr bwMode="auto">
          <a:xfrm>
            <a:off x="609600" y="1219200"/>
            <a:ext cx="10972800" cy="49101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zh-TW" altLang="en-US" dirty="0"/>
              <a:t>按一下以編輯母片文字樣式</a:t>
            </a:r>
          </a:p>
          <a:p>
            <a:pPr lvl="1"/>
            <a:r>
              <a:rPr lang="zh-TW" altLang="en-US" dirty="0"/>
              <a:t>第二層</a:t>
            </a:r>
          </a:p>
          <a:p>
            <a:pPr lvl="2"/>
            <a:r>
              <a:rPr lang="zh-TW" altLang="en-US" dirty="0"/>
              <a:t>第三層</a:t>
            </a:r>
          </a:p>
          <a:p>
            <a:pPr lvl="3"/>
            <a:r>
              <a:rPr lang="zh-TW" altLang="en-US" dirty="0"/>
              <a:t>第四層</a:t>
            </a:r>
          </a:p>
          <a:p>
            <a:pPr lvl="4"/>
            <a:r>
              <a:rPr lang="zh-TW" altLang="en-US" dirty="0"/>
              <a:t>第五層</a:t>
            </a:r>
            <a:endParaRPr lang="en-US" dirty="0"/>
          </a:p>
        </p:txBody>
      </p:sp>
      <p:sp>
        <p:nvSpPr>
          <p:cNvPr id="23" name="投影片編號版面配置區 22"/>
          <p:cNvSpPr>
            <a:spLocks noGrp="1"/>
          </p:cNvSpPr>
          <p:nvPr>
            <p:ph type="sldNum" sz="quarter" idx="4"/>
          </p:nvPr>
        </p:nvSpPr>
        <p:spPr>
          <a:xfrm>
            <a:off x="817033" y="6356351"/>
            <a:ext cx="2641600" cy="365125"/>
          </a:xfrm>
          <a:prstGeom prst="rect">
            <a:avLst/>
          </a:prstGeom>
        </p:spPr>
        <p:txBody>
          <a:bodyPr vert="horz"/>
          <a:lstStyle>
            <a:lvl1pPr algn="l" eaLnBrk="1" latinLnBrk="0" hangingPunct="1">
              <a:defRPr kumimoji="0" sz="1400" smtClean="0">
                <a:solidFill>
                  <a:schemeClr val="tx2"/>
                </a:solidFill>
              </a:defRPr>
            </a:lvl1pPr>
          </a:lstStyle>
          <a:p>
            <a:pPr>
              <a:defRPr/>
            </a:pPr>
            <a:fld id="{5CFD981B-B004-4CD9-BDE4-045E4C2478BA}" type="slidenum">
              <a:rPr lang="zh-TW" altLang="en-US"/>
              <a:pPr>
                <a:defRPr/>
              </a:pPr>
              <a:t>‹#›</a:t>
            </a:fld>
            <a:endParaRPr lang="zh-TW" altLang="en-US" dirty="0"/>
          </a:p>
        </p:txBody>
      </p:sp>
      <p:sp>
        <p:nvSpPr>
          <p:cNvPr id="28" name="直線接點 27"/>
          <p:cNvSpPr>
            <a:spLocks noChangeShapeType="1"/>
          </p:cNvSpPr>
          <p:nvPr userDrawn="1"/>
        </p:nvSpPr>
        <p:spPr bwMode="auto">
          <a:xfrm>
            <a:off x="609600" y="6353175"/>
            <a:ext cx="10972800" cy="0"/>
          </a:xfrm>
          <a:prstGeom prst="line">
            <a:avLst/>
          </a:prstGeom>
          <a:noFill/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/>
          <a:lstStyle/>
          <a:p>
            <a:pPr>
              <a:defRPr/>
            </a:pPr>
            <a:endParaRPr kumimoji="0" lang="en-US"/>
          </a:p>
        </p:txBody>
      </p:sp>
      <p:sp>
        <p:nvSpPr>
          <p:cNvPr id="29" name="直線接點 28"/>
          <p:cNvSpPr>
            <a:spLocks noChangeShapeType="1"/>
          </p:cNvSpPr>
          <p:nvPr/>
        </p:nvSpPr>
        <p:spPr bwMode="auto">
          <a:xfrm>
            <a:off x="609600" y="1143000"/>
            <a:ext cx="10972800" cy="0"/>
          </a:xfrm>
          <a:prstGeom prst="line">
            <a:avLst/>
          </a:prstGeom>
          <a:noFill/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/>
          <a:lstStyle/>
          <a:p>
            <a:pPr>
              <a:defRPr/>
            </a:pPr>
            <a:endParaRPr kumimoji="0" lang="en-US"/>
          </a:p>
        </p:txBody>
      </p:sp>
      <p:sp>
        <p:nvSpPr>
          <p:cNvPr id="10" name="等腰三角形 9"/>
          <p:cNvSpPr>
            <a:spLocks noChangeAspect="1"/>
          </p:cNvSpPr>
          <p:nvPr/>
        </p:nvSpPr>
        <p:spPr>
          <a:xfrm rot="5400000">
            <a:off x="590550" y="6447367"/>
            <a:ext cx="190500" cy="160867"/>
          </a:xfrm>
          <a:prstGeom prst="triangle">
            <a:avLst>
              <a:gd name="adj" fmla="val 50000"/>
            </a:avLst>
          </a:prstGeom>
          <a:solidFill>
            <a:schemeClr val="accent2"/>
          </a:solidFill>
          <a:ln w="254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kumimoji="0" lang="en-US"/>
          </a:p>
        </p:txBody>
      </p:sp>
      <p:pic>
        <p:nvPicPr>
          <p:cNvPr id="5133" name="Picture 2"/>
          <p:cNvPicPr>
            <a:picLocks noChangeAspect="1" noChangeArrowheads="1"/>
          </p:cNvPicPr>
          <p:nvPr/>
        </p:nvPicPr>
        <p:blipFill>
          <a:blip r:embed="rId6" cstate="print"/>
          <a:srcRect/>
          <a:stretch>
            <a:fillRect/>
          </a:stretch>
        </p:blipFill>
        <p:spPr bwMode="auto">
          <a:xfrm>
            <a:off x="11186584" y="6072188"/>
            <a:ext cx="903816" cy="685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17" name="Text Box 22"/>
          <p:cNvSpPr txBox="1">
            <a:spLocks noChangeArrowheads="1"/>
          </p:cNvSpPr>
          <p:nvPr/>
        </p:nvSpPr>
        <p:spPr bwMode="auto">
          <a:xfrm>
            <a:off x="10466686" y="3095626"/>
            <a:ext cx="461665" cy="9239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eaVert" wrap="none">
            <a:spAutoFit/>
          </a:bodyPr>
          <a:lstStyle/>
          <a:p>
            <a:pPr>
              <a:defRPr/>
            </a:pPr>
            <a:endParaRPr lang="en-US" altLang="zh-TW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79" r:id="rId1"/>
    <p:sldLayoutId id="2147483780" r:id="rId2"/>
    <p:sldLayoutId id="2147483783" r:id="rId3"/>
    <p:sldLayoutId id="2147483784" r:id="rId4"/>
  </p:sldLayoutIdLst>
  <p:hf hdr="0" ftr="0" dt="0"/>
  <p:txStyles>
    <p:titleStyle>
      <a:lvl1pPr algn="l" rtl="0" fontAlgn="base">
        <a:spcBef>
          <a:spcPct val="0"/>
        </a:spcBef>
        <a:spcAft>
          <a:spcPct val="0"/>
        </a:spcAft>
        <a:defRPr sz="3200" kern="1200">
          <a:solidFill>
            <a:schemeClr val="tx2"/>
          </a:solidFill>
          <a:latin typeface="+mj-lt"/>
          <a:ea typeface="+mj-ea"/>
          <a:cs typeface="+mj-cs"/>
        </a:defRPr>
      </a:lvl1pPr>
      <a:lvl2pPr algn="l" rtl="0" fontAlgn="base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Bookman Old Style" pitchFamily="18" charset="0"/>
          <a:ea typeface="標楷體" pitchFamily="65" charset="-120"/>
        </a:defRPr>
      </a:lvl2pPr>
      <a:lvl3pPr algn="l" rtl="0" fontAlgn="base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Bookman Old Style" pitchFamily="18" charset="0"/>
          <a:ea typeface="標楷體" pitchFamily="65" charset="-120"/>
        </a:defRPr>
      </a:lvl3pPr>
      <a:lvl4pPr algn="l" rtl="0" fontAlgn="base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Bookman Old Style" pitchFamily="18" charset="0"/>
          <a:ea typeface="標楷體" pitchFamily="65" charset="-120"/>
        </a:defRPr>
      </a:lvl4pPr>
      <a:lvl5pPr algn="l" rtl="0" fontAlgn="base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Bookman Old Style" pitchFamily="18" charset="0"/>
          <a:ea typeface="標楷體" pitchFamily="65" charset="-120"/>
        </a:defRPr>
      </a:lvl5pPr>
      <a:lvl6pPr marL="457200" algn="l" rtl="0" fontAlgn="base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Bookman Old Style" pitchFamily="18" charset="0"/>
          <a:ea typeface="標楷體" pitchFamily="65" charset="-120"/>
        </a:defRPr>
      </a:lvl6pPr>
      <a:lvl7pPr marL="914400" algn="l" rtl="0" fontAlgn="base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Bookman Old Style" pitchFamily="18" charset="0"/>
          <a:ea typeface="標楷體" pitchFamily="65" charset="-120"/>
        </a:defRPr>
      </a:lvl7pPr>
      <a:lvl8pPr marL="1371600" algn="l" rtl="0" fontAlgn="base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Bookman Old Style" pitchFamily="18" charset="0"/>
          <a:ea typeface="標楷體" pitchFamily="65" charset="-120"/>
        </a:defRPr>
      </a:lvl8pPr>
      <a:lvl9pPr marL="1828800" algn="l" rtl="0" fontAlgn="base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Bookman Old Style" pitchFamily="18" charset="0"/>
          <a:ea typeface="標楷體" pitchFamily="65" charset="-120"/>
        </a:defRPr>
      </a:lvl9pPr>
    </p:titleStyle>
    <p:bodyStyle>
      <a:lvl1pPr marL="273050" indent="-273050" algn="l" rtl="0" fontAlgn="base">
        <a:spcBef>
          <a:spcPts val="600"/>
        </a:spcBef>
        <a:spcAft>
          <a:spcPct val="0"/>
        </a:spcAft>
        <a:buClr>
          <a:schemeClr val="accent1"/>
        </a:buClr>
        <a:buSzPct val="76000"/>
        <a:buFont typeface="Wingdings 3" pitchFamily="18" charset="2"/>
        <a:buChar char=""/>
        <a:defRPr sz="2600" kern="1200">
          <a:solidFill>
            <a:schemeClr val="tx1"/>
          </a:solidFill>
          <a:latin typeface="+mn-lt"/>
          <a:ea typeface="+mn-ea"/>
          <a:cs typeface="+mn-cs"/>
        </a:defRPr>
      </a:lvl1pPr>
      <a:lvl2pPr marL="547688" indent="-273050" algn="l" rtl="0" fontAlgn="base">
        <a:spcBef>
          <a:spcPts val="500"/>
        </a:spcBef>
        <a:spcAft>
          <a:spcPct val="0"/>
        </a:spcAft>
        <a:buClr>
          <a:schemeClr val="accent2"/>
        </a:buClr>
        <a:buSzPct val="76000"/>
        <a:buFont typeface="Wingdings 3" pitchFamily="18" charset="2"/>
        <a:buChar char=""/>
        <a:defRPr sz="2300" kern="1200">
          <a:solidFill>
            <a:schemeClr val="tx2"/>
          </a:solidFill>
          <a:latin typeface="+mn-lt"/>
          <a:ea typeface="+mn-ea"/>
          <a:cs typeface="+mn-cs"/>
        </a:defRPr>
      </a:lvl2pPr>
      <a:lvl3pPr marL="822325" indent="-228600" algn="l" rtl="0" fontAlgn="base">
        <a:spcBef>
          <a:spcPts val="500"/>
        </a:spcBef>
        <a:spcAft>
          <a:spcPct val="0"/>
        </a:spcAft>
        <a:buClr>
          <a:srgbClr val="BCBCBC"/>
        </a:buClr>
        <a:buSzPct val="76000"/>
        <a:buFont typeface="Wingdings 3" pitchFamily="18" charset="2"/>
        <a:buChar char="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096963" indent="-228600" algn="l" rtl="0" fontAlgn="base">
        <a:spcBef>
          <a:spcPts val="400"/>
        </a:spcBef>
        <a:spcAft>
          <a:spcPct val="0"/>
        </a:spcAft>
        <a:buClr>
          <a:srgbClr val="8BA2B4"/>
        </a:buClr>
        <a:buSzPct val="70000"/>
        <a:buFont typeface="Wingdings" pitchFamily="2" charset="2"/>
        <a:buChar char=""/>
        <a:defRPr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indent="-228600" algn="l" rtl="0" fontAlgn="base">
        <a:spcBef>
          <a:spcPts val="300"/>
        </a:spcBef>
        <a:spcAft>
          <a:spcPct val="0"/>
        </a:spcAft>
        <a:buClr>
          <a:schemeClr val="accent2"/>
        </a:buClr>
        <a:buSzPct val="70000"/>
        <a:buFont typeface="Wingdings" pitchFamily="2" charset="2"/>
        <a:buChar char="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1645920" indent="-182880" algn="l" rtl="0" eaLnBrk="1" latinLnBrk="0" hangingPunct="1">
        <a:spcBef>
          <a:spcPts val="300"/>
        </a:spcBef>
        <a:buClr>
          <a:srgbClr val="9FB8CD">
            <a:shade val="75000"/>
          </a:srgbClr>
        </a:buClr>
        <a:buSzPct val="75000"/>
        <a:buFont typeface="Wingdings 3"/>
        <a:buChar char=""/>
        <a:defRPr kumimoji="0" lang="en-US" sz="1600" kern="1200" smtClean="0">
          <a:solidFill>
            <a:schemeClr val="tx1"/>
          </a:solidFill>
          <a:latin typeface="+mn-lt"/>
          <a:ea typeface="+mn-ea"/>
          <a:cs typeface="+mn-cs"/>
        </a:defRPr>
      </a:lvl6pPr>
      <a:lvl7pPr marL="1828800" indent="-182880" algn="l" rtl="0" eaLnBrk="1" latinLnBrk="0" hangingPunct="1">
        <a:spcBef>
          <a:spcPts val="300"/>
        </a:spcBef>
        <a:buClr>
          <a:srgbClr val="727CA3">
            <a:shade val="75000"/>
          </a:srgbClr>
        </a:buClr>
        <a:buSzPct val="75000"/>
        <a:buFont typeface="Wingdings 3"/>
        <a:buChar char=""/>
        <a:defRPr kumimoji="0" lang="en-US" sz="1400" kern="1200" smtClean="0">
          <a:solidFill>
            <a:schemeClr val="tx1"/>
          </a:solidFill>
          <a:latin typeface="+mn-lt"/>
          <a:ea typeface="+mn-ea"/>
          <a:cs typeface="+mn-cs"/>
        </a:defRPr>
      </a:lvl7pPr>
      <a:lvl8pPr marL="2011680" indent="-182880" algn="l" rtl="0" eaLnBrk="1" latinLnBrk="0" hangingPunct="1">
        <a:spcBef>
          <a:spcPts val="300"/>
        </a:spcBef>
        <a:buClr>
          <a:prstClr val="white">
            <a:shade val="50000"/>
          </a:prstClr>
        </a:buClr>
        <a:buSzPct val="75000"/>
        <a:buFont typeface="Wingdings 3"/>
        <a:buChar char=""/>
        <a:defRPr kumimoji="0" lang="en-US" sz="1400" kern="1200" smtClean="0">
          <a:solidFill>
            <a:schemeClr val="tx1"/>
          </a:solidFill>
          <a:latin typeface="+mn-lt"/>
          <a:ea typeface="+mn-ea"/>
          <a:cs typeface="+mn-cs"/>
        </a:defRPr>
      </a:lvl8pPr>
      <a:lvl9pPr marL="2194560" indent="-182880" algn="l" rtl="0" eaLnBrk="1" latinLnBrk="0" hangingPunct="1">
        <a:spcBef>
          <a:spcPts val="300"/>
        </a:spcBef>
        <a:buClr>
          <a:srgbClr val="9FB8CD"/>
        </a:buClr>
        <a:buSzPct val="75000"/>
        <a:buFont typeface="Wingdings 3"/>
        <a:buChar char=""/>
        <a:defRPr kumimoji="0" lang="en-US" sz="1200" kern="1200" smtClean="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lvl1pPr marL="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CRT Trace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Student: Chao-En Kuo</a:t>
            </a:r>
          </a:p>
          <a:p>
            <a:r>
              <a:t>Advisor: Hsie-Chia Chang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914400"/>
          <a:ext cx="8229600" cy="914400"/>
        </p:xfrm>
        <a:graphic>
          <a:graphicData uri="http://schemas.openxmlformats.org/drawingml/2006/table">
            <a:tbl>
              <a:tblPr firstRow="1" bandCol="1">
                <a:tableStyleId>{5C22544A-7EE6-4342-B048-85BDC9FD1C3A}</a:tableStyleId>
              </a:tblPr>
              <a:tblGrid>
                <a:gridCol w="257175"/>
                <a:gridCol w="257175"/>
                <a:gridCol w="257175"/>
                <a:gridCol w="257175"/>
                <a:gridCol w="257175"/>
                <a:gridCol w="257175"/>
                <a:gridCol w="257175"/>
                <a:gridCol w="257175"/>
                <a:gridCol w="257175"/>
                <a:gridCol w="257175"/>
                <a:gridCol w="257175"/>
                <a:gridCol w="257175"/>
                <a:gridCol w="257175"/>
                <a:gridCol w="257175"/>
                <a:gridCol w="257175"/>
                <a:gridCol w="257175"/>
                <a:gridCol w="257175"/>
                <a:gridCol w="257175"/>
                <a:gridCol w="257175"/>
                <a:gridCol w="257175"/>
                <a:gridCol w="257175"/>
                <a:gridCol w="257175"/>
                <a:gridCol w="257175"/>
                <a:gridCol w="257175"/>
                <a:gridCol w="257175"/>
                <a:gridCol w="257175"/>
                <a:gridCol w="257175"/>
                <a:gridCol w="257175"/>
                <a:gridCol w="257175"/>
                <a:gridCol w="257175"/>
                <a:gridCol w="257175"/>
                <a:gridCol w="257175"/>
              </a:tblGrid>
              <a:tr h="228600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228600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228600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228600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57200" y="1600200"/>
            <a:ext cx="257175" cy="2286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>
                <a:solidFill>
                  <a:srgbClr val="FF0000"/>
                </a:solidFill>
                <a:latin typeface="Tahoma"/>
              </a:defRPr>
            </a:pPr>
            <a:r>
              <a:t>x0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914400"/>
          <a:ext cx="8229600" cy="914400"/>
        </p:xfrm>
        <a:graphic>
          <a:graphicData uri="http://schemas.openxmlformats.org/drawingml/2006/table">
            <a:tbl>
              <a:tblPr firstRow="1" bandCol="1">
                <a:tableStyleId>{5C22544A-7EE6-4342-B048-85BDC9FD1C3A}</a:tableStyleId>
              </a:tblPr>
              <a:tblGrid>
                <a:gridCol w="257175"/>
                <a:gridCol w="257175"/>
                <a:gridCol w="257175"/>
                <a:gridCol w="257175"/>
                <a:gridCol w="257175"/>
                <a:gridCol w="257175"/>
                <a:gridCol w="257175"/>
                <a:gridCol w="257175"/>
                <a:gridCol w="257175"/>
                <a:gridCol w="257175"/>
                <a:gridCol w="257175"/>
                <a:gridCol w="257175"/>
                <a:gridCol w="257175"/>
                <a:gridCol w="257175"/>
                <a:gridCol w="257175"/>
                <a:gridCol w="257175"/>
                <a:gridCol w="257175"/>
                <a:gridCol w="257175"/>
                <a:gridCol w="257175"/>
                <a:gridCol w="257175"/>
                <a:gridCol w="257175"/>
                <a:gridCol w="257175"/>
                <a:gridCol w="257175"/>
                <a:gridCol w="257175"/>
                <a:gridCol w="257175"/>
                <a:gridCol w="257175"/>
                <a:gridCol w="257175"/>
                <a:gridCol w="257175"/>
                <a:gridCol w="257175"/>
                <a:gridCol w="257175"/>
                <a:gridCol w="257175"/>
                <a:gridCol w="257175"/>
              </a:tblGrid>
              <a:tr h="228600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228600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228600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228600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57200" y="1600200"/>
            <a:ext cx="257175" cy="2286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>
                <a:solidFill>
                  <a:srgbClr val="FF0000"/>
                </a:solidFill>
                <a:latin typeface="Tahoma"/>
              </a:defRPr>
            </a:pPr>
            <a:r>
              <a:t>x0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4375" y="1600200"/>
            <a:ext cx="257175" cy="2286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>
                <a:solidFill>
                  <a:srgbClr val="00FF00"/>
                </a:solidFill>
                <a:latin typeface="Tahoma"/>
              </a:defRPr>
            </a:pPr>
            <a:r>
              <a:t>x1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914400"/>
          <a:ext cx="8229600" cy="914400"/>
        </p:xfrm>
        <a:graphic>
          <a:graphicData uri="http://schemas.openxmlformats.org/drawingml/2006/table">
            <a:tbl>
              <a:tblPr firstRow="1" bandCol="1">
                <a:tableStyleId>{5C22544A-7EE6-4342-B048-85BDC9FD1C3A}</a:tableStyleId>
              </a:tblPr>
              <a:tblGrid>
                <a:gridCol w="257175"/>
                <a:gridCol w="257175"/>
                <a:gridCol w="257175"/>
                <a:gridCol w="257175"/>
                <a:gridCol w="257175"/>
                <a:gridCol w="257175"/>
                <a:gridCol w="257175"/>
                <a:gridCol w="257175"/>
                <a:gridCol w="257175"/>
                <a:gridCol w="257175"/>
                <a:gridCol w="257175"/>
                <a:gridCol w="257175"/>
                <a:gridCol w="257175"/>
                <a:gridCol w="257175"/>
                <a:gridCol w="257175"/>
                <a:gridCol w="257175"/>
                <a:gridCol w="257175"/>
                <a:gridCol w="257175"/>
                <a:gridCol w="257175"/>
                <a:gridCol w="257175"/>
                <a:gridCol w="257175"/>
                <a:gridCol w="257175"/>
                <a:gridCol w="257175"/>
                <a:gridCol w="257175"/>
                <a:gridCol w="257175"/>
                <a:gridCol w="257175"/>
                <a:gridCol w="257175"/>
                <a:gridCol w="257175"/>
                <a:gridCol w="257175"/>
                <a:gridCol w="257175"/>
                <a:gridCol w="257175"/>
                <a:gridCol w="257175"/>
              </a:tblGrid>
              <a:tr h="228600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228600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228600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228600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57200" y="1600200"/>
            <a:ext cx="257175" cy="2286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>
                <a:solidFill>
                  <a:srgbClr val="FF0000"/>
                </a:solidFill>
                <a:latin typeface="Tahoma"/>
              </a:defRPr>
            </a:pPr>
            <a:r>
              <a:t>x0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4375" y="1600200"/>
            <a:ext cx="257175" cy="2286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>
                <a:solidFill>
                  <a:srgbClr val="00FF00"/>
                </a:solidFill>
                <a:latin typeface="Tahoma"/>
              </a:defRPr>
            </a:pPr>
            <a:r>
              <a:t>x1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71550" y="1600200"/>
            <a:ext cx="257175" cy="2286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>
                <a:solidFill>
                  <a:srgbClr val="0000FF"/>
                </a:solidFill>
                <a:latin typeface="Tahoma"/>
              </a:defRPr>
            </a:pPr>
            <a:r>
              <a:t>x2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914400"/>
          <a:ext cx="8229600" cy="914400"/>
        </p:xfrm>
        <a:graphic>
          <a:graphicData uri="http://schemas.openxmlformats.org/drawingml/2006/table">
            <a:tbl>
              <a:tblPr firstRow="1" bandCol="1">
                <a:tableStyleId>{5C22544A-7EE6-4342-B048-85BDC9FD1C3A}</a:tableStyleId>
              </a:tblPr>
              <a:tblGrid>
                <a:gridCol w="257175"/>
                <a:gridCol w="257175"/>
                <a:gridCol w="257175"/>
                <a:gridCol w="257175"/>
                <a:gridCol w="257175"/>
                <a:gridCol w="257175"/>
                <a:gridCol w="257175"/>
                <a:gridCol w="257175"/>
                <a:gridCol w="257175"/>
                <a:gridCol w="257175"/>
                <a:gridCol w="257175"/>
                <a:gridCol w="257175"/>
                <a:gridCol w="257175"/>
                <a:gridCol w="257175"/>
                <a:gridCol w="257175"/>
                <a:gridCol w="257175"/>
                <a:gridCol w="257175"/>
                <a:gridCol w="257175"/>
                <a:gridCol w="257175"/>
                <a:gridCol w="257175"/>
                <a:gridCol w="257175"/>
                <a:gridCol w="257175"/>
                <a:gridCol w="257175"/>
                <a:gridCol w="257175"/>
                <a:gridCol w="257175"/>
                <a:gridCol w="257175"/>
                <a:gridCol w="257175"/>
                <a:gridCol w="257175"/>
                <a:gridCol w="257175"/>
                <a:gridCol w="257175"/>
                <a:gridCol w="257175"/>
                <a:gridCol w="257175"/>
              </a:tblGrid>
              <a:tr h="228600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228600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228600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228600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57200" y="1600200"/>
            <a:ext cx="257175" cy="2286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>
                <a:solidFill>
                  <a:srgbClr val="FF0000"/>
                </a:solidFill>
                <a:latin typeface="Tahoma"/>
              </a:defRPr>
            </a:pPr>
            <a:r>
              <a:t>x0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4375" y="1600200"/>
            <a:ext cx="257175" cy="2286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>
                <a:solidFill>
                  <a:srgbClr val="00FF00"/>
                </a:solidFill>
                <a:latin typeface="Tahoma"/>
              </a:defRPr>
            </a:pPr>
            <a:r>
              <a:t>x1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71550" y="1600200"/>
            <a:ext cx="257175" cy="2286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>
                <a:solidFill>
                  <a:srgbClr val="0000FF"/>
                </a:solidFill>
                <a:latin typeface="Tahoma"/>
              </a:defRPr>
            </a:pPr>
            <a:r>
              <a:t>x2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28725" y="1600200"/>
            <a:ext cx="257175" cy="2286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>
                <a:solidFill>
                  <a:srgbClr val="FF0000"/>
                </a:solidFill>
                <a:latin typeface="Tahoma"/>
              </a:defRPr>
            </a:pPr>
            <a:r>
              <a:t>x3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914400"/>
          <a:ext cx="8229600" cy="914400"/>
        </p:xfrm>
        <a:graphic>
          <a:graphicData uri="http://schemas.openxmlformats.org/drawingml/2006/table">
            <a:tbl>
              <a:tblPr firstRow="1" bandCol="1">
                <a:tableStyleId>{5C22544A-7EE6-4342-B048-85BDC9FD1C3A}</a:tableStyleId>
              </a:tblPr>
              <a:tblGrid>
                <a:gridCol w="257175"/>
                <a:gridCol w="257175"/>
                <a:gridCol w="257175"/>
                <a:gridCol w="257175"/>
                <a:gridCol w="257175"/>
                <a:gridCol w="257175"/>
                <a:gridCol w="257175"/>
                <a:gridCol w="257175"/>
                <a:gridCol w="257175"/>
                <a:gridCol w="257175"/>
                <a:gridCol w="257175"/>
                <a:gridCol w="257175"/>
                <a:gridCol w="257175"/>
                <a:gridCol w="257175"/>
                <a:gridCol w="257175"/>
                <a:gridCol w="257175"/>
                <a:gridCol w="257175"/>
                <a:gridCol w="257175"/>
                <a:gridCol w="257175"/>
                <a:gridCol w="257175"/>
                <a:gridCol w="257175"/>
                <a:gridCol w="257175"/>
                <a:gridCol w="257175"/>
                <a:gridCol w="257175"/>
                <a:gridCol w="257175"/>
                <a:gridCol w="257175"/>
                <a:gridCol w="257175"/>
                <a:gridCol w="257175"/>
                <a:gridCol w="257175"/>
                <a:gridCol w="257175"/>
                <a:gridCol w="257175"/>
                <a:gridCol w="257175"/>
              </a:tblGrid>
              <a:tr h="228600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228600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228600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228600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57200" y="1600200"/>
            <a:ext cx="257175" cy="2286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>
                <a:solidFill>
                  <a:srgbClr val="FF0000"/>
                </a:solidFill>
                <a:latin typeface="Tahoma"/>
              </a:defRPr>
            </a:pPr>
            <a:r>
              <a:t>x0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4375" y="1600200"/>
            <a:ext cx="257175" cy="2286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>
                <a:solidFill>
                  <a:srgbClr val="00FF00"/>
                </a:solidFill>
                <a:latin typeface="Tahoma"/>
              </a:defRPr>
            </a:pPr>
            <a:r>
              <a:t>x1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71550" y="1600200"/>
            <a:ext cx="257175" cy="2286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>
                <a:solidFill>
                  <a:srgbClr val="0000FF"/>
                </a:solidFill>
                <a:latin typeface="Tahoma"/>
              </a:defRPr>
            </a:pPr>
            <a:r>
              <a:t>x2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28725" y="1600200"/>
            <a:ext cx="257175" cy="2286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>
                <a:solidFill>
                  <a:srgbClr val="FF0000"/>
                </a:solidFill>
                <a:latin typeface="Tahoma"/>
              </a:defRPr>
            </a:pPr>
            <a:r>
              <a:t>x3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85900" y="1600200"/>
            <a:ext cx="257175" cy="2286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>
                <a:solidFill>
                  <a:srgbClr val="00FF00"/>
                </a:solidFill>
                <a:latin typeface="Tahoma"/>
              </a:defRPr>
            </a:pPr>
            <a:r>
              <a:t>x4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914400"/>
          <a:ext cx="8229600" cy="914400"/>
        </p:xfrm>
        <a:graphic>
          <a:graphicData uri="http://schemas.openxmlformats.org/drawingml/2006/table">
            <a:tbl>
              <a:tblPr firstRow="1" bandCol="1">
                <a:tableStyleId>{5C22544A-7EE6-4342-B048-85BDC9FD1C3A}</a:tableStyleId>
              </a:tblPr>
              <a:tblGrid>
                <a:gridCol w="257175"/>
                <a:gridCol w="257175"/>
                <a:gridCol w="257175"/>
                <a:gridCol w="257175"/>
                <a:gridCol w="257175"/>
                <a:gridCol w="257175"/>
                <a:gridCol w="257175"/>
                <a:gridCol w="257175"/>
                <a:gridCol w="257175"/>
                <a:gridCol w="257175"/>
                <a:gridCol w="257175"/>
                <a:gridCol w="257175"/>
                <a:gridCol w="257175"/>
                <a:gridCol w="257175"/>
                <a:gridCol w="257175"/>
                <a:gridCol w="257175"/>
                <a:gridCol w="257175"/>
                <a:gridCol w="257175"/>
                <a:gridCol w="257175"/>
                <a:gridCol w="257175"/>
                <a:gridCol w="257175"/>
                <a:gridCol w="257175"/>
                <a:gridCol w="257175"/>
                <a:gridCol w="257175"/>
                <a:gridCol w="257175"/>
                <a:gridCol w="257175"/>
                <a:gridCol w="257175"/>
                <a:gridCol w="257175"/>
                <a:gridCol w="257175"/>
                <a:gridCol w="257175"/>
                <a:gridCol w="257175"/>
                <a:gridCol w="257175"/>
              </a:tblGrid>
              <a:tr h="228600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228600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228600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228600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57200" y="1600200"/>
            <a:ext cx="257175" cy="2286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>
                <a:solidFill>
                  <a:srgbClr val="FF0000"/>
                </a:solidFill>
                <a:latin typeface="Tahoma"/>
              </a:defRPr>
            </a:pPr>
            <a:r>
              <a:t>x0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4375" y="1600200"/>
            <a:ext cx="257175" cy="2286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>
                <a:solidFill>
                  <a:srgbClr val="00FF00"/>
                </a:solidFill>
                <a:latin typeface="Tahoma"/>
              </a:defRPr>
            </a:pPr>
            <a:r>
              <a:t>x1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71550" y="1600200"/>
            <a:ext cx="257175" cy="2286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>
                <a:solidFill>
                  <a:srgbClr val="0000FF"/>
                </a:solidFill>
                <a:latin typeface="Tahoma"/>
              </a:defRPr>
            </a:pPr>
            <a:r>
              <a:t>x2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28725" y="1600200"/>
            <a:ext cx="257175" cy="2286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>
                <a:solidFill>
                  <a:srgbClr val="FF0000"/>
                </a:solidFill>
                <a:latin typeface="Tahoma"/>
              </a:defRPr>
            </a:pPr>
            <a:r>
              <a:t>x3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85900" y="1600200"/>
            <a:ext cx="257175" cy="2286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>
                <a:solidFill>
                  <a:srgbClr val="00FF00"/>
                </a:solidFill>
                <a:latin typeface="Tahoma"/>
              </a:defRPr>
            </a:pPr>
            <a:r>
              <a:t>x4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743075" y="1600200"/>
            <a:ext cx="257175" cy="2286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>
                <a:solidFill>
                  <a:srgbClr val="0000FF"/>
                </a:solidFill>
                <a:latin typeface="Tahoma"/>
              </a:defRPr>
            </a:pPr>
            <a:r>
              <a:t>x5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914400"/>
          <a:ext cx="8229600" cy="914400"/>
        </p:xfrm>
        <a:graphic>
          <a:graphicData uri="http://schemas.openxmlformats.org/drawingml/2006/table">
            <a:tbl>
              <a:tblPr firstRow="1" bandCol="1">
                <a:tableStyleId>{5C22544A-7EE6-4342-B048-85BDC9FD1C3A}</a:tableStyleId>
              </a:tblPr>
              <a:tblGrid>
                <a:gridCol w="257175"/>
                <a:gridCol w="257175"/>
                <a:gridCol w="257175"/>
                <a:gridCol w="257175"/>
                <a:gridCol w="257175"/>
                <a:gridCol w="257175"/>
                <a:gridCol w="257175"/>
                <a:gridCol w="257175"/>
                <a:gridCol w="257175"/>
                <a:gridCol w="257175"/>
                <a:gridCol w="257175"/>
                <a:gridCol w="257175"/>
                <a:gridCol w="257175"/>
                <a:gridCol w="257175"/>
                <a:gridCol w="257175"/>
                <a:gridCol w="257175"/>
                <a:gridCol w="257175"/>
                <a:gridCol w="257175"/>
                <a:gridCol w="257175"/>
                <a:gridCol w="257175"/>
                <a:gridCol w="257175"/>
                <a:gridCol w="257175"/>
                <a:gridCol w="257175"/>
                <a:gridCol w="257175"/>
                <a:gridCol w="257175"/>
                <a:gridCol w="257175"/>
                <a:gridCol w="257175"/>
                <a:gridCol w="257175"/>
                <a:gridCol w="257175"/>
                <a:gridCol w="257175"/>
                <a:gridCol w="257175"/>
                <a:gridCol w="257175"/>
              </a:tblGrid>
              <a:tr h="228600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228600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228600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228600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57200" y="1600200"/>
            <a:ext cx="257175" cy="2286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>
                <a:solidFill>
                  <a:srgbClr val="FF0000"/>
                </a:solidFill>
                <a:latin typeface="Tahoma"/>
              </a:defRPr>
            </a:pPr>
            <a:r>
              <a:t>x0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4375" y="1600200"/>
            <a:ext cx="257175" cy="2286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>
                <a:solidFill>
                  <a:srgbClr val="00FF00"/>
                </a:solidFill>
                <a:latin typeface="Tahoma"/>
              </a:defRPr>
            </a:pPr>
            <a:r>
              <a:t>x1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71550" y="1600200"/>
            <a:ext cx="257175" cy="2286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>
                <a:solidFill>
                  <a:srgbClr val="0000FF"/>
                </a:solidFill>
                <a:latin typeface="Tahoma"/>
              </a:defRPr>
            </a:pPr>
            <a:r>
              <a:t>x2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28725" y="1600200"/>
            <a:ext cx="257175" cy="2286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>
                <a:solidFill>
                  <a:srgbClr val="FF0000"/>
                </a:solidFill>
                <a:latin typeface="Tahoma"/>
              </a:defRPr>
            </a:pPr>
            <a:r>
              <a:t>x3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85900" y="1600200"/>
            <a:ext cx="257175" cy="2286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>
                <a:solidFill>
                  <a:srgbClr val="00FF00"/>
                </a:solidFill>
                <a:latin typeface="Tahoma"/>
              </a:defRPr>
            </a:pPr>
            <a:r>
              <a:t>x4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743075" y="1600200"/>
            <a:ext cx="257175" cy="2286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>
                <a:solidFill>
                  <a:srgbClr val="0000FF"/>
                </a:solidFill>
                <a:latin typeface="Tahoma"/>
              </a:defRPr>
            </a:pPr>
            <a:r>
              <a:t>x5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000250" y="1600200"/>
            <a:ext cx="257175" cy="2286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>
                <a:solidFill>
                  <a:srgbClr val="FF0000"/>
                </a:solidFill>
                <a:latin typeface="Tahoma"/>
              </a:defRPr>
            </a:pPr>
            <a:r>
              <a:t>x6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914400"/>
          <a:ext cx="8229600" cy="914400"/>
        </p:xfrm>
        <a:graphic>
          <a:graphicData uri="http://schemas.openxmlformats.org/drawingml/2006/table">
            <a:tbl>
              <a:tblPr firstRow="1" bandCol="1">
                <a:tableStyleId>{5C22544A-7EE6-4342-B048-85BDC9FD1C3A}</a:tableStyleId>
              </a:tblPr>
              <a:tblGrid>
                <a:gridCol w="257175"/>
                <a:gridCol w="257175"/>
                <a:gridCol w="257175"/>
                <a:gridCol w="257175"/>
                <a:gridCol w="257175"/>
                <a:gridCol w="257175"/>
                <a:gridCol w="257175"/>
                <a:gridCol w="257175"/>
                <a:gridCol w="257175"/>
                <a:gridCol w="257175"/>
                <a:gridCol w="257175"/>
                <a:gridCol w="257175"/>
                <a:gridCol w="257175"/>
                <a:gridCol w="257175"/>
                <a:gridCol w="257175"/>
                <a:gridCol w="257175"/>
                <a:gridCol w="257175"/>
                <a:gridCol w="257175"/>
                <a:gridCol w="257175"/>
                <a:gridCol w="257175"/>
                <a:gridCol w="257175"/>
                <a:gridCol w="257175"/>
                <a:gridCol w="257175"/>
                <a:gridCol w="257175"/>
                <a:gridCol w="257175"/>
                <a:gridCol w="257175"/>
                <a:gridCol w="257175"/>
                <a:gridCol w="257175"/>
                <a:gridCol w="257175"/>
                <a:gridCol w="257175"/>
                <a:gridCol w="257175"/>
                <a:gridCol w="257175"/>
              </a:tblGrid>
              <a:tr h="228600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228600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228600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228600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57200" y="1600200"/>
            <a:ext cx="257175" cy="2286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>
                <a:solidFill>
                  <a:srgbClr val="FF0000"/>
                </a:solidFill>
                <a:latin typeface="Tahoma"/>
              </a:defRPr>
            </a:pPr>
            <a:r>
              <a:t>x0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4375" y="1600200"/>
            <a:ext cx="257175" cy="2286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>
                <a:solidFill>
                  <a:srgbClr val="00FF00"/>
                </a:solidFill>
                <a:latin typeface="Tahoma"/>
              </a:defRPr>
            </a:pPr>
            <a:r>
              <a:t>x1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71550" y="1600200"/>
            <a:ext cx="257175" cy="2286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>
                <a:solidFill>
                  <a:srgbClr val="0000FF"/>
                </a:solidFill>
                <a:latin typeface="Tahoma"/>
              </a:defRPr>
            </a:pPr>
            <a:r>
              <a:t>x2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28725" y="1600200"/>
            <a:ext cx="257175" cy="2286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>
                <a:solidFill>
                  <a:srgbClr val="FF0000"/>
                </a:solidFill>
                <a:latin typeface="Tahoma"/>
              </a:defRPr>
            </a:pPr>
            <a:r>
              <a:t>x3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85900" y="1600200"/>
            <a:ext cx="257175" cy="2286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>
                <a:solidFill>
                  <a:srgbClr val="00FF00"/>
                </a:solidFill>
                <a:latin typeface="Tahoma"/>
              </a:defRPr>
            </a:pPr>
            <a:r>
              <a:t>x4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743075" y="1600200"/>
            <a:ext cx="257175" cy="2286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>
                <a:solidFill>
                  <a:srgbClr val="0000FF"/>
                </a:solidFill>
                <a:latin typeface="Tahoma"/>
              </a:defRPr>
            </a:pPr>
            <a:r>
              <a:t>x5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000250" y="1600200"/>
            <a:ext cx="257175" cy="2286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>
                <a:solidFill>
                  <a:srgbClr val="FF0000"/>
                </a:solidFill>
                <a:latin typeface="Tahoma"/>
              </a:defRPr>
            </a:pPr>
            <a:r>
              <a:t>x6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257425" y="1600200"/>
            <a:ext cx="257175" cy="2286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>
                <a:solidFill>
                  <a:srgbClr val="00FF00"/>
                </a:solidFill>
                <a:latin typeface="Tahoma"/>
              </a:defRPr>
            </a:pPr>
            <a:r>
              <a:t>x7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914400"/>
          <a:ext cx="8229600" cy="914400"/>
        </p:xfrm>
        <a:graphic>
          <a:graphicData uri="http://schemas.openxmlformats.org/drawingml/2006/table">
            <a:tbl>
              <a:tblPr firstRow="1" bandCol="1">
                <a:tableStyleId>{5C22544A-7EE6-4342-B048-85BDC9FD1C3A}</a:tableStyleId>
              </a:tblPr>
              <a:tblGrid>
                <a:gridCol w="257175"/>
                <a:gridCol w="257175"/>
                <a:gridCol w="257175"/>
                <a:gridCol w="257175"/>
                <a:gridCol w="257175"/>
                <a:gridCol w="257175"/>
                <a:gridCol w="257175"/>
                <a:gridCol w="257175"/>
                <a:gridCol w="257175"/>
                <a:gridCol w="257175"/>
                <a:gridCol w="257175"/>
                <a:gridCol w="257175"/>
                <a:gridCol w="257175"/>
                <a:gridCol w="257175"/>
                <a:gridCol w="257175"/>
                <a:gridCol w="257175"/>
                <a:gridCol w="257175"/>
                <a:gridCol w="257175"/>
                <a:gridCol w="257175"/>
                <a:gridCol w="257175"/>
                <a:gridCol w="257175"/>
                <a:gridCol w="257175"/>
                <a:gridCol w="257175"/>
                <a:gridCol w="257175"/>
                <a:gridCol w="257175"/>
                <a:gridCol w="257175"/>
                <a:gridCol w="257175"/>
                <a:gridCol w="257175"/>
                <a:gridCol w="257175"/>
                <a:gridCol w="257175"/>
                <a:gridCol w="257175"/>
                <a:gridCol w="257175"/>
              </a:tblGrid>
              <a:tr h="228600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228600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228600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228600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57200" y="1600200"/>
            <a:ext cx="257175" cy="2286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>
                <a:solidFill>
                  <a:srgbClr val="FF0000"/>
                </a:solidFill>
                <a:latin typeface="Tahoma"/>
              </a:defRPr>
            </a:pPr>
            <a:r>
              <a:t>x0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4375" y="1600200"/>
            <a:ext cx="257175" cy="2286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>
                <a:solidFill>
                  <a:srgbClr val="00FF00"/>
                </a:solidFill>
                <a:latin typeface="Tahoma"/>
              </a:defRPr>
            </a:pPr>
            <a:r>
              <a:t>x1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71550" y="1600200"/>
            <a:ext cx="257175" cy="2286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>
                <a:solidFill>
                  <a:srgbClr val="0000FF"/>
                </a:solidFill>
                <a:latin typeface="Tahoma"/>
              </a:defRPr>
            </a:pPr>
            <a:r>
              <a:t>x2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28725" y="1600200"/>
            <a:ext cx="257175" cy="2286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>
                <a:solidFill>
                  <a:srgbClr val="FF0000"/>
                </a:solidFill>
                <a:latin typeface="Tahoma"/>
              </a:defRPr>
            </a:pPr>
            <a:r>
              <a:t>x3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85900" y="1600200"/>
            <a:ext cx="257175" cy="2286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>
                <a:solidFill>
                  <a:srgbClr val="00FF00"/>
                </a:solidFill>
                <a:latin typeface="Tahoma"/>
              </a:defRPr>
            </a:pPr>
            <a:r>
              <a:t>x4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743075" y="1600200"/>
            <a:ext cx="257175" cy="2286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>
                <a:solidFill>
                  <a:srgbClr val="0000FF"/>
                </a:solidFill>
                <a:latin typeface="Tahoma"/>
              </a:defRPr>
            </a:pPr>
            <a:r>
              <a:t>x5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000250" y="1600200"/>
            <a:ext cx="257175" cy="2286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>
                <a:solidFill>
                  <a:srgbClr val="FF0000"/>
                </a:solidFill>
                <a:latin typeface="Tahoma"/>
              </a:defRPr>
            </a:pPr>
            <a:r>
              <a:t>x6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257425" y="1600200"/>
            <a:ext cx="257175" cy="2286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>
                <a:solidFill>
                  <a:srgbClr val="00FF00"/>
                </a:solidFill>
                <a:latin typeface="Tahoma"/>
              </a:defRPr>
            </a:pPr>
            <a:r>
              <a:t>x7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514600" y="1600200"/>
            <a:ext cx="257175" cy="2286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>
                <a:solidFill>
                  <a:srgbClr val="0000FF"/>
                </a:solidFill>
                <a:latin typeface="Tahoma"/>
              </a:defRPr>
            </a:pPr>
            <a:r>
              <a:t>x8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914400"/>
          <a:ext cx="8229600" cy="914400"/>
        </p:xfrm>
        <a:graphic>
          <a:graphicData uri="http://schemas.openxmlformats.org/drawingml/2006/table">
            <a:tbl>
              <a:tblPr firstRow="1" bandCol="1">
                <a:tableStyleId>{5C22544A-7EE6-4342-B048-85BDC9FD1C3A}</a:tableStyleId>
              </a:tblPr>
              <a:tblGrid>
                <a:gridCol w="257175"/>
                <a:gridCol w="257175"/>
                <a:gridCol w="257175"/>
                <a:gridCol w="257175"/>
                <a:gridCol w="257175"/>
                <a:gridCol w="257175"/>
                <a:gridCol w="257175"/>
                <a:gridCol w="257175"/>
                <a:gridCol w="257175"/>
                <a:gridCol w="257175"/>
                <a:gridCol w="257175"/>
                <a:gridCol w="257175"/>
                <a:gridCol w="257175"/>
                <a:gridCol w="257175"/>
                <a:gridCol w="257175"/>
                <a:gridCol w="257175"/>
                <a:gridCol w="257175"/>
                <a:gridCol w="257175"/>
                <a:gridCol w="257175"/>
                <a:gridCol w="257175"/>
                <a:gridCol w="257175"/>
                <a:gridCol w="257175"/>
                <a:gridCol w="257175"/>
                <a:gridCol w="257175"/>
                <a:gridCol w="257175"/>
                <a:gridCol w="257175"/>
                <a:gridCol w="257175"/>
                <a:gridCol w="257175"/>
                <a:gridCol w="257175"/>
                <a:gridCol w="257175"/>
                <a:gridCol w="257175"/>
                <a:gridCol w="257175"/>
              </a:tblGrid>
              <a:tr h="228600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228600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228600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228600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57200" y="1600200"/>
            <a:ext cx="257175" cy="2286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>
                <a:solidFill>
                  <a:srgbClr val="FF0000"/>
                </a:solidFill>
                <a:latin typeface="Tahoma"/>
              </a:defRPr>
            </a:pPr>
            <a:r>
              <a:t>x0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4375" y="1600200"/>
            <a:ext cx="257175" cy="2286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>
                <a:solidFill>
                  <a:srgbClr val="00FF00"/>
                </a:solidFill>
                <a:latin typeface="Tahoma"/>
              </a:defRPr>
            </a:pPr>
            <a:r>
              <a:t>x1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71550" y="1600200"/>
            <a:ext cx="257175" cy="2286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>
                <a:solidFill>
                  <a:srgbClr val="0000FF"/>
                </a:solidFill>
                <a:latin typeface="Tahoma"/>
              </a:defRPr>
            </a:pPr>
            <a:r>
              <a:t>x2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28725" y="1600200"/>
            <a:ext cx="257175" cy="2286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>
                <a:solidFill>
                  <a:srgbClr val="FF0000"/>
                </a:solidFill>
                <a:latin typeface="Tahoma"/>
              </a:defRPr>
            </a:pPr>
            <a:r>
              <a:t>x3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85900" y="1600200"/>
            <a:ext cx="257175" cy="2286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>
                <a:solidFill>
                  <a:srgbClr val="00FF00"/>
                </a:solidFill>
                <a:latin typeface="Tahoma"/>
              </a:defRPr>
            </a:pPr>
            <a:r>
              <a:t>x4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743075" y="1600200"/>
            <a:ext cx="257175" cy="2286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>
                <a:solidFill>
                  <a:srgbClr val="0000FF"/>
                </a:solidFill>
                <a:latin typeface="Tahoma"/>
              </a:defRPr>
            </a:pPr>
            <a:r>
              <a:t>x5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000250" y="1600200"/>
            <a:ext cx="257175" cy="2286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>
                <a:solidFill>
                  <a:srgbClr val="FF0000"/>
                </a:solidFill>
                <a:latin typeface="Tahoma"/>
              </a:defRPr>
            </a:pPr>
            <a:r>
              <a:t>x6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257425" y="1600200"/>
            <a:ext cx="257175" cy="2286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>
                <a:solidFill>
                  <a:srgbClr val="00FF00"/>
                </a:solidFill>
                <a:latin typeface="Tahoma"/>
              </a:defRPr>
            </a:pPr>
            <a:r>
              <a:t>x7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514600" y="1600200"/>
            <a:ext cx="257175" cy="2286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>
                <a:solidFill>
                  <a:srgbClr val="0000FF"/>
                </a:solidFill>
                <a:latin typeface="Tahoma"/>
              </a:defRPr>
            </a:pPr>
            <a:r>
              <a:t>x8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71775" y="1600200"/>
            <a:ext cx="257175" cy="2286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>
                <a:solidFill>
                  <a:srgbClr val="FF0000"/>
                </a:solidFill>
                <a:latin typeface="Tahoma"/>
              </a:defRPr>
            </a:pPr>
            <a:r>
              <a:t>x9</a:t>
            </a:r>
          </a:p>
        </p:txBody>
      </p:sp>
    </p:spTree>
  </p:cSld>
  <p:clrMapOvr>
    <a:masterClrMapping/>
  </p:clrMapOvr>
</p:sld>
</file>

<file path=ppt/theme/_rels/theme1.xml.rels><?xml version='1.0' encoding='UTF-8' standalone='yes'?>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原創">
  <a:themeElements>
    <a:clrScheme name="原創">
      <a:dk1>
        <a:sysClr val="windowText" lastClr="000000"/>
      </a:dk1>
      <a:lt1>
        <a:sysClr val="window" lastClr="FFFFFF"/>
      </a:lt1>
      <a:dk2>
        <a:srgbClr val="464653"/>
      </a:dk2>
      <a:lt2>
        <a:srgbClr val="DDE9EC"/>
      </a:lt2>
      <a:accent1>
        <a:srgbClr val="727CA3"/>
      </a:accent1>
      <a:accent2>
        <a:srgbClr val="9FB8CD"/>
      </a:accent2>
      <a:accent3>
        <a:srgbClr val="D2DA7A"/>
      </a:accent3>
      <a:accent4>
        <a:srgbClr val="FADA7A"/>
      </a:accent4>
      <a:accent5>
        <a:srgbClr val="B88472"/>
      </a:accent5>
      <a:accent6>
        <a:srgbClr val="8E736A"/>
      </a:accent6>
      <a:hlink>
        <a:srgbClr val="B292CA"/>
      </a:hlink>
      <a:folHlink>
        <a:srgbClr val="6B5680"/>
      </a:folHlink>
    </a:clrScheme>
    <a:fontScheme name="原創">
      <a:majorFont>
        <a:latin typeface="Bookman Old Style"/>
        <a:ea typeface=""/>
        <a:cs typeface=""/>
        <a:font script="Grek" typeface="Cambria"/>
        <a:font script="Cyrl" typeface="Cambria"/>
        <a:font script="Jpan" typeface="HG明朝E"/>
        <a:font script="Hang" typeface="돋움"/>
        <a:font script="Hans" typeface="宋体"/>
        <a:font script="Hant" typeface="標楷體"/>
        <a:font script="Arab" typeface="Times New Roman"/>
        <a:font script="Hebr" typeface="Times New Roman"/>
        <a:font script="Thai" typeface="Browalli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Gill Sans MT"/>
        <a:ea typeface=""/>
        <a:cs typeface=""/>
        <a:font script="Grek" typeface="Calibri"/>
        <a:font script="Cyrl" typeface="Calibri"/>
        <a:font script="Jpan" typeface="ＭＳ Ｐゴシック"/>
        <a:font script="Hang" typeface="맑은 고딕"/>
        <a:font script="Hans" typeface="华文新魏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原創">
      <a:fillStyleLst>
        <a:solidFill>
          <a:schemeClr val="phClr"/>
        </a:solidFill>
        <a:gradFill rotWithShape="1">
          <a:gsLst>
            <a:gs pos="0">
              <a:schemeClr val="phClr">
                <a:tint val="45000"/>
                <a:satMod val="200000"/>
              </a:schemeClr>
            </a:gs>
            <a:gs pos="30000">
              <a:schemeClr val="phClr">
                <a:tint val="61000"/>
                <a:satMod val="200000"/>
              </a:schemeClr>
            </a:gs>
            <a:gs pos="45000">
              <a:schemeClr val="phClr">
                <a:tint val="66000"/>
                <a:satMod val="200000"/>
              </a:schemeClr>
            </a:gs>
            <a:gs pos="55000">
              <a:schemeClr val="phClr">
                <a:tint val="66000"/>
                <a:satMod val="200000"/>
              </a:schemeClr>
            </a:gs>
            <a:gs pos="73000">
              <a:schemeClr val="phClr">
                <a:tint val="61000"/>
                <a:satMod val="200000"/>
              </a:schemeClr>
            </a:gs>
            <a:gs pos="100000">
              <a:schemeClr val="phClr">
                <a:tint val="45000"/>
                <a:satMod val="200000"/>
              </a:schemeClr>
            </a:gs>
          </a:gsLst>
          <a:lin ang="950000" scaled="1"/>
        </a:gradFill>
        <a:gradFill rotWithShape="1">
          <a:gsLst>
            <a:gs pos="0">
              <a:schemeClr val="phClr">
                <a:shade val="63000"/>
              </a:schemeClr>
            </a:gs>
            <a:gs pos="30000">
              <a:schemeClr val="phClr">
                <a:shade val="90000"/>
                <a:satMod val="110000"/>
              </a:schemeClr>
            </a:gs>
            <a:gs pos="45000">
              <a:schemeClr val="phClr">
                <a:shade val="100000"/>
                <a:satMod val="118000"/>
              </a:schemeClr>
            </a:gs>
            <a:gs pos="55000">
              <a:schemeClr val="phClr">
                <a:shade val="100000"/>
                <a:satMod val="118000"/>
              </a:schemeClr>
            </a:gs>
            <a:gs pos="73000">
              <a:schemeClr val="phClr">
                <a:shade val="90000"/>
                <a:satMod val="110000"/>
              </a:schemeClr>
            </a:gs>
            <a:gs pos="100000">
              <a:schemeClr val="phClr">
                <a:shade val="63000"/>
              </a:schemeClr>
            </a:gs>
          </a:gsLst>
          <a:lin ang="950000" scaled="1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38100" dist="25400" dir="5400000" rotWithShape="0">
              <a:srgbClr val="000000">
                <a:alpha val="40000"/>
              </a:srgbClr>
            </a:outerShdw>
          </a:effectLst>
        </a:effectStyle>
        <a:effectStyle>
          <a:effectLst>
            <a:outerShdw blurRad="50800" dist="43000" dir="5400000" rotWithShape="0">
              <a:srgbClr val="000000">
                <a:alpha val="40000"/>
              </a:srgbClr>
            </a:outerShdw>
          </a:effectLst>
          <a:scene3d>
            <a:camera prst="orthographicFront" fov="0">
              <a:rot lat="0" lon="0" rev="0"/>
            </a:camera>
            <a:lightRig rig="balanced" dir="t">
              <a:rot lat="0" lon="0" rev="0"/>
            </a:lightRig>
          </a:scene3d>
          <a:sp3d prstMaterial="matte">
            <a:bevelT w="0" h="0"/>
            <a:contourClr>
              <a:schemeClr val="phClr">
                <a:tint val="100000"/>
                <a:shade val="100000"/>
                <a:hueMod val="100000"/>
                <a:satMod val="100000"/>
              </a:schemeClr>
            </a:contourClr>
          </a:sp3d>
        </a:effectStyle>
        <a:effectStyle>
          <a:effectLst>
            <a:outerShdw blurRad="50800" dist="25400" dir="5400000" rotWithShape="0">
              <a:srgbClr val="000000">
                <a:alpha val="50000"/>
              </a:srgbClr>
            </a:outerShdw>
          </a:effectLst>
          <a:scene3d>
            <a:camera prst="orthographicFront" fov="0">
              <a:rot lat="0" lon="0" rev="0"/>
            </a:camera>
            <a:lightRig rig="soft" dir="t">
              <a:rot lat="0" lon="0" rev="2700000"/>
            </a:lightRig>
          </a:scene3d>
          <a:sp3d prstMaterial="matte">
            <a:bevelT w="50800" h="50800"/>
            <a:contourClr>
              <a:schemeClr val="phClr"/>
            </a:contourClr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shade val="60000"/>
                <a:satMod val="300000"/>
              </a:schemeClr>
            </a:gs>
            <a:gs pos="30000">
              <a:schemeClr val="phClr">
                <a:shade val="80000"/>
                <a:satMod val="230000"/>
              </a:schemeClr>
            </a:gs>
            <a:gs pos="100000">
              <a:schemeClr val="phClr">
                <a:tint val="97000"/>
                <a:satMod val="220000"/>
              </a:schemeClr>
            </a:gs>
          </a:gsLst>
          <a:lin ang="16200000" scaled="1"/>
        </a:gradFill>
        <a:blipFill>
          <a:blip xmlns:r="http://schemas.openxmlformats.org/officeDocument/2006/relationships" r:embed="rId1">
            <a:duotone>
              <a:schemeClr val="phClr">
                <a:shade val="6000"/>
                <a:satMod val="120000"/>
              </a:schemeClr>
              <a:schemeClr val="phClr">
                <a:tint val="90000"/>
              </a:schemeClr>
            </a:duotone>
          </a:blip>
          <a:tile tx="0" ty="0" sx="35000" sy="40000" flip="x" algn="tl"/>
        </a:blip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Origin</Template>
  <TotalTime>74615</TotalTime>
  <Words>0</Words>
  <Application>Microsoft Office PowerPoint</Application>
  <PresentationFormat>寬螢幕</PresentationFormat>
  <Paragraphs>0</Paragraphs>
  <Slides>0</Slides>
  <Notes>0</Notes>
  <HiddenSlides>0</HiddenSlides>
  <MMClips>0</MMClips>
  <ScaleCrop>false</ScaleCrop>
  <HeadingPairs>
    <vt:vector size="6" baseType="variant">
      <vt:variant>
        <vt:lpstr>使用字型</vt:lpstr>
      </vt:variant>
      <vt:variant>
        <vt:i4>9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0</vt:i4>
      </vt:variant>
    </vt:vector>
  </HeadingPairs>
  <TitlesOfParts>
    <vt:vector size="10" baseType="lpstr">
      <vt:lpstr>Arial</vt:lpstr>
      <vt:lpstr>Bookman Old Style</vt:lpstr>
      <vt:lpstr>Brush Script MT</vt:lpstr>
      <vt:lpstr>Calibri</vt:lpstr>
      <vt:lpstr>Gill Sans MT</vt:lpstr>
      <vt:lpstr>Tahoma</vt:lpstr>
      <vt:lpstr>Times New Roman</vt:lpstr>
      <vt:lpstr>Wingdings</vt:lpstr>
      <vt:lpstr>Wingdings 3</vt:lpstr>
      <vt:lpstr>原創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投影片 1</dc:title>
  <dc:creator>arryz</dc:creator>
  <cp:lastModifiedBy>David King</cp:lastModifiedBy>
  <cp:revision>4460</cp:revision>
  <dcterms:created xsi:type="dcterms:W3CDTF">2008-09-09T01:56:11Z</dcterms:created>
  <dcterms:modified xsi:type="dcterms:W3CDTF">2025-11-14T09:36:36Z</dcterms:modified>
</cp:coreProperties>
</file>