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49"/>
  </p:notesMasterIdLst>
  <p:handoutMasterIdLst>
    <p:handoutMasterId r:id="rId5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6797675" cy="9928225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King" initials="DK" lastIdx="1" clrIdx="0">
    <p:extLst>
      <p:ext uri="{19B8F6BF-5375-455C-9EA6-DF929625EA0E}">
        <p15:presenceInfo xmlns:p15="http://schemas.microsoft.com/office/powerpoint/2012/main" userId="b27cedced4579ff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FFE5"/>
    <a:srgbClr val="DC3059"/>
    <a:srgbClr val="CC6600"/>
    <a:srgbClr val="0070C0"/>
    <a:srgbClr val="C0C0C0"/>
    <a:srgbClr val="8E0000"/>
    <a:srgbClr val="000000"/>
    <a:srgbClr val="3E0000"/>
    <a:srgbClr val="7030A0"/>
    <a:srgbClr val="FDB0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E171933-4619-4E11-9A3F-F7608DF75F80}" styleName="中等深淺樣式 1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83610" autoAdjust="0"/>
  </p:normalViewPr>
  <p:slideViewPr>
    <p:cSldViewPr>
      <p:cViewPr varScale="1">
        <p:scale>
          <a:sx n="90" d="100"/>
          <a:sy n="90" d="100"/>
        </p:scale>
        <p:origin x="146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245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-3366" y="-10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r">
              <a:defRPr sz="1200"/>
            </a:lvl1pPr>
          </a:lstStyle>
          <a:p>
            <a:pPr>
              <a:defRPr/>
            </a:pPr>
            <a:fld id="{4785F242-24A1-4F4D-88CC-D14F806EBBA6}" type="datetimeFigureOut">
              <a:rPr lang="zh-TW" altLang="en-US"/>
              <a:pPr>
                <a:defRPr/>
              </a:pPr>
              <a:t>2025/11/19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r">
              <a:defRPr sz="1200"/>
            </a:lvl1pPr>
          </a:lstStyle>
          <a:p>
            <a:pPr>
              <a:defRPr/>
            </a:pPr>
            <a:fld id="{4C4904C9-3E3F-49FB-8FCE-18A48282D34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085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0BEC28A-28DD-48D1-8455-A72418DFD369}" type="datetimeFigureOut">
              <a:rPr lang="zh-TW" altLang="en-US"/>
              <a:pPr>
                <a:defRPr/>
              </a:pPr>
              <a:t>2025/11/19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135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610" tIns="45804" rIns="91610" bIns="45804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460" y="4716715"/>
            <a:ext cx="5438775" cy="4467700"/>
          </a:xfrm>
          <a:prstGeom prst="rect">
            <a:avLst/>
          </a:prstGeom>
        </p:spPr>
        <p:txBody>
          <a:bodyPr vert="horz" lIns="91610" tIns="45804" rIns="91610" bIns="45804" rtlCol="0"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5B5EFBDB-032D-43FD-B762-F4099B6A73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30400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5" name="矩形 4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矩形 5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7" name="矩形 6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11" name="頁尾版面配置區 5"/>
          <p:cNvSpPr txBox="1">
            <a:spLocks/>
          </p:cNvSpPr>
          <p:nvPr userDrawn="1"/>
        </p:nvSpPr>
        <p:spPr>
          <a:xfrm>
            <a:off x="8849784" y="6354763"/>
            <a:ext cx="2402416" cy="366712"/>
          </a:xfrm>
          <a:prstGeom prst="rect">
            <a:avLst/>
          </a:prstGeom>
        </p:spPr>
        <p:txBody>
          <a:bodyPr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dirty="0">
                <a:solidFill>
                  <a:srgbClr val="E85E68"/>
                </a:solidFill>
                <a:latin typeface="Brush Script MT" pitchFamily="66" charset="0"/>
                <a:ea typeface="STXingkai" pitchFamily="2" charset="-122"/>
              </a:rPr>
              <a:t>STAR Group</a:t>
            </a:r>
          </a:p>
        </p:txBody>
      </p:sp>
      <p:sp>
        <p:nvSpPr>
          <p:cNvPr id="12" name="五角星形 11"/>
          <p:cNvSpPr/>
          <p:nvPr userDrawn="1"/>
        </p:nvSpPr>
        <p:spPr>
          <a:xfrm>
            <a:off x="10096500" y="6215063"/>
            <a:ext cx="304800" cy="228600"/>
          </a:xfrm>
          <a:prstGeom prst="star5">
            <a:avLst/>
          </a:prstGeom>
          <a:solidFill>
            <a:schemeClr val="accent4">
              <a:lumMod val="75000"/>
            </a:scheme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zh-TW" altLang="en-US" dirty="0">
              <a:solidFill>
                <a:srgbClr val="FFC000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標題 7"/>
          <p:cNvSpPr>
            <a:spLocks noGrp="1"/>
          </p:cNvSpPr>
          <p:nvPr>
            <p:ph type="ctrTitle" hasCustomPrompt="1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2800" b="0">
                <a:solidFill>
                  <a:schemeClr val="tx1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9" name="副標題 8"/>
          <p:cNvSpPr>
            <a:spLocks noGrp="1"/>
          </p:cNvSpPr>
          <p:nvPr>
            <p:ph type="subTitle" idx="1" hasCustomPrompt="1"/>
          </p:nvPr>
        </p:nvSpPr>
        <p:spPr>
          <a:xfrm>
            <a:off x="1625600" y="5048250"/>
            <a:ext cx="9144000" cy="685800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2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Student: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Chao-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En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Kuo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Advisor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Hsie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-Chia Chang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 b="1" baseline="0">
                <a:solidFill>
                  <a:srgbClr val="F39A1E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 hasCustomPrompt="1"/>
          </p:nvPr>
        </p:nvSpPr>
        <p:spPr>
          <a:xfrm>
            <a:off x="609600" y="1219200"/>
            <a:ext cx="10972800" cy="4937760"/>
          </a:xfrm>
        </p:spPr>
        <p:txBody>
          <a:bodyPr/>
          <a:lstStyle>
            <a:lvl1pPr>
              <a:defRPr sz="2400">
                <a:latin typeface="Tahoma" panose="020B0604030504040204" pitchFamily="34" charset="0"/>
                <a:cs typeface="Tahoma" panose="020B0604030504040204" pitchFamily="34" charset="0"/>
              </a:defRPr>
            </a:lvl1pPr>
            <a:lvl2pPr>
              <a:defRPr sz="2000">
                <a:solidFill>
                  <a:schemeClr val="bg2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3pPr>
            <a:lvl4pPr>
              <a:defRPr sz="1600">
                <a:latin typeface="Tahoma" panose="020B0604030504040204" pitchFamily="34" charset="0"/>
                <a:cs typeface="Tahoma" panose="020B0604030504040204" pitchFamily="34" charset="0"/>
              </a:defRPr>
            </a:lvl4pPr>
            <a:lvl5pPr>
              <a:defRPr sz="1400">
                <a:latin typeface="Tahoma" panose="020B0604030504040204" pitchFamily="34" charset="0"/>
                <a:cs typeface="Tahoma" panose="020B0604030504040204" pitchFamily="34" charset="0"/>
              </a:defRPr>
            </a:lvl5pPr>
          </a:lstStyle>
          <a:p>
            <a:pPr lvl="0"/>
            <a:r>
              <a:rPr lang="en-US" altLang="zh-TW" dirty="0"/>
              <a:t>1st</a:t>
            </a:r>
            <a:endParaRPr lang="zh-TW" altLang="en-US" dirty="0"/>
          </a:p>
          <a:p>
            <a:pPr lvl="1"/>
            <a:r>
              <a:rPr lang="en-US" altLang="zh-TW" dirty="0"/>
              <a:t>2nd</a:t>
            </a:r>
            <a:endParaRPr lang="zh-TW" altLang="en-US" dirty="0"/>
          </a:p>
          <a:p>
            <a:pPr lvl="2"/>
            <a:r>
              <a:rPr lang="en-US" altLang="zh-TW" dirty="0"/>
              <a:t>3rd</a:t>
            </a:r>
            <a:endParaRPr lang="zh-TW" altLang="en-US" dirty="0"/>
          </a:p>
          <a:p>
            <a:pPr lvl="3"/>
            <a:r>
              <a:rPr lang="en-US" altLang="zh-TW" dirty="0"/>
              <a:t>4th</a:t>
            </a:r>
            <a:endParaRPr lang="zh-TW" altLang="en-US" dirty="0"/>
          </a:p>
          <a:p>
            <a:pPr lvl="4"/>
            <a:r>
              <a:rPr lang="en-US" altLang="zh-TW" dirty="0"/>
              <a:t>5t</a:t>
            </a:r>
            <a:endParaRPr lang="en-US" dirty="0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811E32-B9A0-4C06-A644-818AE0A5CA07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4" name="日期版面配置區 7"/>
          <p:cNvSpPr txBox="1">
            <a:spLocks/>
          </p:cNvSpPr>
          <p:nvPr userDrawn="1"/>
        </p:nvSpPr>
        <p:spPr>
          <a:xfrm>
            <a:off x="7122584" y="6361114"/>
            <a:ext cx="2116667" cy="365125"/>
          </a:xfrm>
          <a:prstGeom prst="rect">
            <a:avLst/>
          </a:prstGeo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en-US" dirty="0">
              <a:solidFill>
                <a:srgbClr val="7030A0"/>
              </a:solidFill>
              <a:latin typeface="+mn-lt"/>
              <a:ea typeface="+mn-ea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>
          <a:xfrm>
            <a:off x="609600" y="228600"/>
            <a:ext cx="10972800" cy="914400"/>
          </a:xfrm>
        </p:spPr>
        <p:txBody>
          <a:bodyPr/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lang="en-US" sz="3200" b="1" kern="1200" baseline="0" dirty="0">
                <a:solidFill>
                  <a:srgbClr val="F39A1E"/>
                </a:solidFill>
                <a:latin typeface="Tahoma" panose="020B0604030504040204" pitchFamily="34" charset="0"/>
                <a:ea typeface="+mj-ea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10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C49390-859A-4B82-9667-58B58EBCB52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線接點 1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E0613F-01AD-4AF4-B065-14E6D69794D3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標題版面配置區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5123" name="文字版面配置區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 smtClean="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CFD981B-B004-4CD9-BDE4-045E4C2478BA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  <p:sp>
        <p:nvSpPr>
          <p:cNvPr id="28" name="直線接點 27"/>
          <p:cNvSpPr>
            <a:spLocks noChangeShapeType="1"/>
          </p:cNvSpPr>
          <p:nvPr userDrawn="1"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29" name="直線接點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10" name="等腰三角形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pic>
        <p:nvPicPr>
          <p:cNvPr id="5133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Text Box 22"/>
          <p:cNvSpPr txBox="1">
            <a:spLocks noChangeArrowheads="1"/>
          </p:cNvSpPr>
          <p:nvPr/>
        </p:nvSpPr>
        <p:spPr bwMode="auto">
          <a:xfrm>
            <a:off x="10466686" y="3095626"/>
            <a:ext cx="461665" cy="92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eaVert" wrap="none">
            <a:spAutoFit/>
          </a:bodyPr>
          <a:lstStyle/>
          <a:p>
            <a:pPr>
              <a:defRPr/>
            </a:pPr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3" r:id="rId3"/>
    <p:sldLayoutId id="2147483784" r:id="rId4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9pPr>
    </p:titleStyle>
    <p:bodyStyle>
      <a:lvl1pPr marL="273050" indent="-273050" algn="l" rtl="0" fontAlgn="base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fontAlgn="base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fontAlgn="base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fontAlgn="base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fontAlgn="base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CRT Trace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Student: Chao-En Kuo</a:t>
            </a:r>
          </a:p>
          <a:p>
            <a:r>
              <a:t>Advisor: Hsie-Chia Chang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3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Oval 1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grpSp>
        <p:nvGrpSpPr>
          <p:cNvPr id="4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Rectangle 2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ectangle 2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ectangle 2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4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grpSp>
        <p:nvGrpSpPr>
          <p:cNvPr id="4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Rectangle 2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ectangle 2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ectangle 3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4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3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grpSp>
        <p:nvGrpSpPr>
          <p:cNvPr id="4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Rectangle 2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ectangle 2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ectangle 3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4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4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" name="Rounded Rectangle 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Oval 6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TextBox 5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Rounded Rectangle 12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4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ectangle 26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ectangle 29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4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grpSp>
        <p:nvGrpSpPr>
          <p:cNvPr id="4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" name="Rounded Rectangle 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Oval 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Oval 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Oval 1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" name="TextBox 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4" name="Rounded Rectangle 1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Oval 1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TextBox 1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4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ectangle 2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ectangle 3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4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ectangle 3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grpSp>
        <p:nvGrpSpPr>
          <p:cNvPr id="4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" name="Rounded Rectangle 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Oval 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Oval 1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8" name="TextBox 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5" name="Rounded Rectangle 1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Oval 1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TextBox 1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4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ectangle 2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ectangle 3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4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grpSp>
        <p:nvGrpSpPr>
          <p:cNvPr id="4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" name="Rounded Rectangle 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Oval 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Oval 1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9" name="TextBox 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6" name="Rounded Rectangle 1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TextBox 1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4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ectangle 2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4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" name="Rounded Rectangle 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Oval 1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Oval 1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0" name="TextBox 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Rounded Rectangle 1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TextBox 2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</a:t>
            </a:r>
          </a:p>
        </p:txBody>
      </p:sp>
      <p:grpSp>
        <p:nvGrpSpPr>
          <p:cNvPr id="4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ectangle 3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4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ectangle 3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ectangle 3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grpSp>
        <p:nvGrpSpPr>
          <p:cNvPr id="4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8" name="Rounded Rectangle 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Oval 1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1" name="TextBox 1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Rounded Rectangle 1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TextBox 2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4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ectangle 3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grpSp>
        <p:nvGrpSpPr>
          <p:cNvPr id="4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9" name="Rounded Rectangle 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Oval 1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Oval 1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2" name="TextBox 1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3" name="TextBox 2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5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grpSp>
        <p:nvGrpSpPr>
          <p:cNvPr id="4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9" name="Rounded Rectangle 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Oval 1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Oval 1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2" name="TextBox 1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4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3" name="TextBox 2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5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ectangle 3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4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0" name="Rounded Rectangle 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Oval 1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3" name="TextBox 1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Rounded Rectangle 1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TextBox 23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5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ectangle 3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ectangle 3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ectangle 3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grpSp>
        <p:nvGrpSpPr>
          <p:cNvPr id="4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1" name="Rounded Rectangle 1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Oval 14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Oval 18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4" name="TextBox 13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Rounded Rectangle 20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TextBox 24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x0_7</a:t>
            </a:r>
          </a:p>
        </p:txBody>
      </p:sp>
      <p:grpSp>
        <p:nvGrpSpPr>
          <p:cNvPr id="5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ectangle 3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grpSp>
        <p:nvGrpSpPr>
          <p:cNvPr id="5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2" name="Rounded Rectangle 11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Oval 1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5" name="TextBox 1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Rounded Rectangle 2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TextBox 2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5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ectangle 3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grpSp>
        <p:nvGrpSpPr>
          <p:cNvPr id="5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4" name="Rounded Rectangle 1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Oval 1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Oval 1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TextBox 1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Rounded Rectangle 2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TextBox 2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5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ectangle 3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ectangle 4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5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5" name="Rounded Rectangle 1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Oval 1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TextBox 1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Rounded Rectangle 2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TextBox 2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5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ectangle 3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5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grpSp>
        <p:nvGrpSpPr>
          <p:cNvPr id="5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6" name="Rounded Rectangle 1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Oval 1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TextBox 1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Rounded Rectangle 2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TextBox 2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5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ectangle 3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grpSp>
        <p:nvGrpSpPr>
          <p:cNvPr id="5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7" name="Rounded Rectangle 1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TextBox 1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ounded Rectangle 2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TextBox 3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x0_11</a:t>
            </a:r>
          </a:p>
        </p:txBody>
      </p:sp>
      <p:grpSp>
        <p:nvGrpSpPr>
          <p:cNvPr id="5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ectangle 4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5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ectangle 4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ectangle 4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grpSp>
        <p:nvGrpSpPr>
          <p:cNvPr id="5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8" name="Rounded Rectangle 1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Oval 2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TextBox 2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ounded Rectangle 2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TextBox 3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5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ectangle 4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5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TextBox 2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TextBox 3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6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grpSp>
        <p:nvGrpSpPr>
          <p:cNvPr id="5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Rounded Rectangle 1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Oval 2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TextBox 2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5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TextBox 3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6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ectangle 4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grpSp>
        <p:nvGrpSpPr>
          <p:cNvPr id="5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0" name="Rounded Rectangle 1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Oval 2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3" name="TextBox 2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ounded Rectangle 2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TextBox 33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6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ectangle 4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ectangle 4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ectangle 4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grpSp>
        <p:nvGrpSpPr>
          <p:cNvPr id="5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1" name="Rounded Rectangle 2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Oval 24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TextBox 23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x0_15</a:t>
            </a:r>
          </a:p>
        </p:txBody>
      </p:sp>
      <p:grpSp>
        <p:nvGrpSpPr>
          <p:cNvPr id="6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ectangle 4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6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2" name="Rounded Rectangle 21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Oval 2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TextBox 2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Rounded Rectangle 3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4" name="Oval 3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TextBox 3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6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ectangle 4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Rectangle 5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grpSp>
        <p:nvGrpSpPr>
          <p:cNvPr id="6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4" name="Rounded Rectangle 2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Oval 2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TextBox 2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ounded Rectangle 3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TextBox 3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6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ectangle 4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Oval 4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grpSp>
        <p:nvGrpSpPr>
          <p:cNvPr id="6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5" name="Rounded Rectangle 2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Oval 2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TextBox 2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ounded Rectangle 3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TextBox 3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6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ectangle 4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Rectangle 5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6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ectangle 5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Oval 5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grpSp>
        <p:nvGrpSpPr>
          <p:cNvPr id="6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6" name="Rounded Rectangle 2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Oval 2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TextBox 2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ounded Rectangle 3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TextBox 3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6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ectangle 4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6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7" name="Rounded Rectangle 2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TextBox 2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ounded Rectangle 3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TextBox 4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x0_19</a:t>
            </a:r>
          </a:p>
        </p:txBody>
      </p:sp>
      <p:grpSp>
        <p:nvGrpSpPr>
          <p:cNvPr id="6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Rectangle 5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6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grpSp>
        <p:nvGrpSpPr>
          <p:cNvPr id="6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8" name="Rounded Rectangle 2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TextBox 3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ounded Rectangle 3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Oval 4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TextBox 4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6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ectangle 5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Rectangle 5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ectangle 5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Oval 5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Rectangle 6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Oval 6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grpSp>
        <p:nvGrpSpPr>
          <p:cNvPr id="6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TextBox 3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ounded Rectangle 3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TextBox 4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7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grpSp>
        <p:nvGrpSpPr>
          <p:cNvPr id="6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29" name="Rounded Rectangle 2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2" name="TextBox 3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6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ounded Rectangle 3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TextBox 4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7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Rectangle 5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6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0" name="Rounded Rectangle 29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6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TextBox 3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7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Rounded Rectangle 3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2" name="Oval 4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TextBox 43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7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ectangle 5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Rectangle 5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Oval 5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6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ounded Rectangle 4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TextBox 4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x0_23</a:t>
            </a:r>
          </a:p>
        </p:txBody>
      </p:sp>
      <p:grpSp>
        <p:nvGrpSpPr>
          <p:cNvPr id="7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8" name="Table 67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grpSp>
        <p:nvGrpSpPr>
          <p:cNvPr id="7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1" name="Rounded Rectangle 3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3" name="Oval 3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TextBox 3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Rounded Rectangle 4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TextBox 45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7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ectangle 5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68" name="Table 67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grpSp>
        <p:nvGrpSpPr>
          <p:cNvPr id="7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3" name="Rounded Rectangle 3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TextBox 3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4" name="Rounded Rectangle 4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Oval 48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TextBox 47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7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ectangle 5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Oval 5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Rectangle 6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Oval 6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4" name="Rectangle 6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Oval 6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7" name="Rectangle 6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Oval 6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grpSp>
        <p:nvGrpSpPr>
          <p:cNvPr id="7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4" name="Rounded Rectangle 33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TextBox 37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ounded Rectangle 44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TextBox 4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7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ectangle 5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7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grpSp>
        <p:nvGrpSpPr>
          <p:cNvPr id="7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5" name="Rounded Rectangle 3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TextBox 3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6" name="Rounded Rectangle 4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TextBox 49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7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0" name="Rectangle 59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Oval 60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grpSp>
        <p:nvGrpSpPr>
          <p:cNvPr id="74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6" name="Rounded Rectangle 35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8" name="Oval 37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Oval 40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0" name="TextBox 39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6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ounded Rectangle 46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49" name="Oval 48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Oval 57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TextBox 5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50" name="TextBox 49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x0_27</a:t>
            </a:r>
          </a:p>
        </p:txBody>
      </p:sp>
      <p:grpSp>
        <p:nvGrpSpPr>
          <p:cNvPr id="78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Rectangle 60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Oval 61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7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4" name="Rectangle 63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Oval 64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0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7" name="Rectangle 66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Oval 67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0" name="Rectangle 69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Oval 70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grpSp>
        <p:nvGrpSpPr>
          <p:cNvPr id="75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7" name="Rounded Rectangle 3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Oval 4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TextBox 4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7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ounded Rectangle 4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Oval 58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TextBox 5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5</a:t>
              </a: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79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Rectangle 61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1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1" name="Rectangle 70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Oval 71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grpSp>
        <p:nvGrpSpPr>
          <p:cNvPr id="76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8" name="Rounded Rectangle 3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Oval 4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2" name="TextBox 4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8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Rounded Rectangle 4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1" name="Oval 5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TextBox 5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4</a:t>
              </a:r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668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80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2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grpSp>
        <p:nvGrpSpPr>
          <p:cNvPr id="77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39" name="Rounded Rectangle 38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TextBox 42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79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0" name="Rounded Rectangle 49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2" name="Oval 51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3" name="TextBox 52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3</a:t>
              </a:r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7257600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81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3" name="Rectangle 62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Oval 63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3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grpSp>
        <p:nvGrpSpPr>
          <p:cNvPr id="78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1" name="Rounded Rectangle 40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3" name="Oval 42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7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TextBox 44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4" name="TextBox 43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80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Rounded Rectangle 51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Oval 57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Oval 60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5" name="TextBox 54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2</a:t>
              </a:r>
            </a:p>
          </p:txBody>
        </p:sp>
      </p:grpSp>
      <p:sp>
        <p:nvSpPr>
          <p:cNvPr id="59" name="TextBox 58"/>
          <p:cNvSpPr txBox="1"/>
          <p:nvPr/>
        </p:nvSpPr>
        <p:spPr>
          <a:xfrm>
            <a:off x="6681599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82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4" name="Rectangle 63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Oval 64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7" name="Rectangle 66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Oval 67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4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0" name="Rectangle 69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Oval 70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3" name="Rectangle 72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Oval 73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grpSp>
        <p:nvGrpSpPr>
          <p:cNvPr id="79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3" name="Rounded Rectangle 42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Oval 47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TextBox 46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81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4" name="Rounded Rectangle 53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6" name="Oval 55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Oval 57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Oval 61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7" name="TextBox 56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FF0000"/>
                  </a:solidFill>
                  <a:latin typeface="Tahoma"/>
                </a:defRPr>
              </a:pPr>
              <a:r>
                <a:t>1</a:t>
              </a:r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7257600" y="5205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x0_31</a:t>
            </a:r>
          </a:p>
        </p:txBody>
      </p:sp>
      <p:grpSp>
        <p:nvGrpSpPr>
          <p:cNvPr id="83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5" name="Rectangle 64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Oval 65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5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1" name="Rectangle 70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Oval 71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4" name="Rectangle 73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Oval 74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2340000" y="432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x1_11</a:t>
            </a:r>
          </a:p>
        </p:txBody>
      </p:sp>
      <p:grpSp>
        <p:nvGrpSpPr>
          <p:cNvPr id="80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5" name="Rounded Rectangle 44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7" name="Oval 46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9" name="TextBox 48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82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6" name="Rounded Rectangle 55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58" name="Oval 57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Oval 59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Oval 61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Oval 63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TextBox 58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84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6" name="Rectangle 65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Oval 66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6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5" name="Rectangle 74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Oval 75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78" name="Table 77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2880000" y="4380000"/>
            <a:ext cx="540000" cy="1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9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x1_12</a:t>
            </a:r>
          </a:p>
        </p:txBody>
      </p:sp>
      <p:grpSp>
        <p:nvGrpSpPr>
          <p:cNvPr id="81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7" name="Rounded Rectangle 46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49" name="Oval 48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1" name="TextBox 50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50" name="TextBox 49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83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8" name="Rounded Rectangle 57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60" name="Oval 59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Oval 61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Oval 63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Oval 65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1" name="TextBox 60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85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8" name="Rectangle 67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Oval 68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1" name="Rectangle 70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Oval 71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7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4" name="Rectangle 73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Oval 74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7" name="Rectangle 76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Oval 77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160000" y="1080000"/>
          <a:ext cx="7560000" cy="256032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236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625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16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3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0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6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8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50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2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7500" y="324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3750" y="342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F7C120"/>
                </a:solidFill>
                <a:latin typeface="Tahoma"/>
              </a:defRPr>
            </a:pPr>
            <a:r>
              <a:t>x0_31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9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3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6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4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77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3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50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6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25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87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95000" y="288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1250" y="3060000"/>
            <a:ext cx="236250" cy="36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x1_13</a:t>
            </a:r>
          </a:p>
        </p:txBody>
      </p:sp>
      <p:grpSp>
        <p:nvGrpSpPr>
          <p:cNvPr id="82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48" name="Rounded Rectangle 47"/>
            <p:cNvSpPr/>
            <p:nvPr/>
          </p:nvSpPr>
          <p:spPr>
            <a:xfrm>
              <a:off x="432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32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ADD_MUL_SMALL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452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509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/>
            <p:cNvSpPr/>
            <p:nvPr/>
          </p:nvSpPr>
          <p:spPr>
            <a:xfrm>
              <a:off x="452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Oval 56"/>
            <p:cNvSpPr/>
            <p:nvPr/>
          </p:nvSpPr>
          <p:spPr>
            <a:xfrm>
              <a:off x="509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3" name="ADD_MUL_SMALL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2" name="TextBox 51"/>
            <p:cNvSpPr txBox="1"/>
            <p:nvPr/>
          </p:nvSpPr>
          <p:spPr>
            <a:xfrm>
              <a:off x="475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532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475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32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4521599" y="4629599"/>
            <a:ext cx="460800" cy="4608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1200" b="1">
                <a:solidFill>
                  <a:srgbClr val="00B0F0"/>
                </a:solidFill>
                <a:latin typeface="Tahoma"/>
              </a:defRPr>
            </a:pPr>
            <a:r>
              <a:t>x1_0</a:t>
            </a:r>
          </a:p>
        </p:txBody>
      </p:sp>
      <p:grpSp>
        <p:nvGrpSpPr>
          <p:cNvPr id="84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59" name="Rounded Rectangle 58"/>
            <p:cNvSpPr/>
            <p:nvPr/>
          </p:nvSpPr>
          <p:spPr>
            <a:xfrm>
              <a:off x="6480000" y="4320000"/>
              <a:ext cx="1440000" cy="1440000"/>
            </a:xfrm>
            <a:prstGeom prst="roundRect">
              <a:avLst/>
            </a:prstGeom>
            <a:noFill/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480000" y="4356000"/>
              <a:ext cx="1440000" cy="251999"/>
            </a:xfrm>
            <a:prstGeom prst="rect">
              <a:avLst/>
            </a:prstGeom>
            <a:noFill/>
          </p:spPr>
          <p:txBody>
            <a:bodyPr wrap="none" lIns="0" tIns="0" rIns="0" bIns="0">
              <a:spAutoFit/>
            </a:bodyPr>
            <a:lstStyle/>
            <a:p>
              <a:pPr algn="ct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MOD_SMALL_UNSIGNED</a:t>
              </a:r>
            </a:p>
          </p:txBody>
        </p:sp>
        <p:sp>
          <p:nvSpPr>
            <p:cNvPr id="61" name="Oval 60"/>
            <p:cNvSpPr/>
            <p:nvPr/>
          </p:nvSpPr>
          <p:spPr>
            <a:xfrm>
              <a:off x="6681599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Oval 62"/>
            <p:cNvSpPr/>
            <p:nvPr/>
          </p:nvSpPr>
          <p:spPr>
            <a:xfrm>
              <a:off x="7257600" y="4629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Oval 64"/>
            <p:cNvSpPr/>
            <p:nvPr/>
          </p:nvSpPr>
          <p:spPr>
            <a:xfrm>
              <a:off x="6681599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Oval 66"/>
            <p:cNvSpPr/>
            <p:nvPr/>
          </p:nvSpPr>
          <p:spPr>
            <a:xfrm>
              <a:off x="7257600" y="5205599"/>
              <a:ext cx="460800" cy="460800"/>
            </a:xfrm>
            <a:prstGeom prst="ellipse">
              <a:avLst/>
            </a:prstGeom>
            <a:noFill/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85" name="MOD_SMALL_UNSIGNE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2" name="TextBox 61"/>
            <p:cNvSpPr txBox="1"/>
            <p:nvPr/>
          </p:nvSpPr>
          <p:spPr>
            <a:xfrm>
              <a:off x="6911999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7488000" y="4583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6911999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488000" y="5159519"/>
              <a:ext cx="230400" cy="230400"/>
            </a:xfrm>
            <a:prstGeom prst="rect">
              <a:avLst/>
            </a:prstGeom>
            <a:noFill/>
          </p:spPr>
          <p:txBody>
            <a:bodyPr wrap="none" rIns="36000">
              <a:spAutoFit/>
            </a:bodyPr>
            <a:lstStyle/>
            <a:p>
              <a:pPr algn="r">
                <a:defRPr sz="1000" b="1">
                  <a:solidFill>
                    <a:srgbClr val="000000"/>
                  </a:solidFill>
                  <a:latin typeface="Tahoma"/>
                </a:defRPr>
              </a:pPr>
              <a:r>
                <a:t>0</a:t>
              </a:r>
            </a:p>
          </p:txBody>
        </p:sp>
      </p:grpSp>
      <p:grpSp>
        <p:nvGrpSpPr>
          <p:cNvPr id="86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69" name="Rectangle 68"/>
            <p:cNvSpPr/>
            <p:nvPr/>
          </p:nvSpPr>
          <p:spPr>
            <a:xfrm>
              <a:off x="720000" y="108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Oval 69"/>
            <p:cNvSpPr/>
            <p:nvPr/>
          </p:nvSpPr>
          <p:spPr>
            <a:xfrm>
              <a:off x="1512000" y="115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92000" y="108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7" name="Read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2" name="Rectangle 71"/>
            <p:cNvSpPr/>
            <p:nvPr/>
          </p:nvSpPr>
          <p:spPr>
            <a:xfrm>
              <a:off x="720000" y="216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Oval 72"/>
            <p:cNvSpPr/>
            <p:nvPr/>
          </p:nvSpPr>
          <p:spPr>
            <a:xfrm>
              <a:off x="1512000" y="223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792000" y="216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Read</a:t>
              </a:r>
            </a:p>
          </p:txBody>
        </p:sp>
      </p:grpSp>
      <p:grpSp>
        <p:nvGrpSpPr>
          <p:cNvPr id="88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5" name="Rectangle 74"/>
            <p:cNvSpPr/>
            <p:nvPr/>
          </p:nvSpPr>
          <p:spPr>
            <a:xfrm>
              <a:off x="720000" y="1620000"/>
              <a:ext cx="1080000" cy="360000"/>
            </a:xfrm>
            <a:prstGeom prst="rect">
              <a:avLst/>
            </a:prstGeom>
            <a:solidFill>
              <a:srgbClr val="B2B2BE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Oval 75"/>
            <p:cNvSpPr/>
            <p:nvPr/>
          </p:nvSpPr>
          <p:spPr>
            <a:xfrm>
              <a:off x="1512000" y="1692000"/>
              <a:ext cx="216000" cy="216000"/>
            </a:xfrm>
            <a:prstGeom prst="ellipse">
              <a:avLst/>
            </a:prstGeom>
            <a:solidFill>
              <a:srgbClr val="323232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92000" y="162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pSp>
        <p:nvGrpSpPr>
          <p:cNvPr id="89" name="Write_Grou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78" name="Rectangle 77"/>
            <p:cNvSpPr/>
            <p:nvPr/>
          </p:nvSpPr>
          <p:spPr>
            <a:xfrm>
              <a:off x="720000" y="2700000"/>
              <a:ext cx="1080000" cy="360000"/>
            </a:xfrm>
            <a:prstGeom prst="rect">
              <a:avLst/>
            </a:prstGeom>
            <a:solidFill>
              <a:srgbClr val="E3E5ED"/>
            </a:solidFill>
            <a:ln w="1270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9" name="Oval 78"/>
            <p:cNvSpPr/>
            <p:nvPr/>
          </p:nvSpPr>
          <p:spPr>
            <a:xfrm>
              <a:off x="1512000" y="2772000"/>
              <a:ext cx="216000" cy="216000"/>
            </a:xfrm>
            <a:prstGeom prst="ellipse">
              <a:avLst/>
            </a:prstGeom>
            <a:solidFill>
              <a:srgbClr val="00C800"/>
            </a:solidFill>
            <a:ln w="1905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92000" y="2700000"/>
              <a:ext cx="648000" cy="360000"/>
            </a:xfrm>
            <a:prstGeom prst="rect">
              <a:avLst/>
            </a:prstGeom>
            <a:noFill/>
          </p:spPr>
          <p:txBody>
            <a:bodyPr wrap="none" lIns="0" rIns="0" anchor="ctr">
              <a:spAutoFit/>
            </a:bodyPr>
            <a:lstStyle/>
            <a:p>
              <a:pPr algn="l">
                <a:defRPr sz="1200" b="1">
                  <a:solidFill>
                    <a:srgbClr val="000000"/>
                  </a:solidFill>
                  <a:latin typeface="Tahoma"/>
                </a:defRPr>
              </a:pPr>
              <a:r>
                <a:t>Write</a:t>
              </a:r>
            </a:p>
          </p:txBody>
        </p:sp>
      </p:grp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2340000" y="4320000"/>
          <a:ext cx="1080000" cy="1097280"/>
        </p:xfrm>
        <a:graphic>
          <a:graphicData uri="http://schemas.openxmlformats.org/drawingml/2006/table">
            <a:tbl>
              <a:tblPr bandCol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00">
        <p159:morph option="byObject"/>
      </p:transition>
    </mc:Choice>
    <mc:Fallback>
      <p:transition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原創">
  <a:themeElements>
    <a:clrScheme name="原創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原創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原創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78805</TotalTime>
  <Words>2103</Words>
  <Application>Microsoft Office PowerPoint</Application>
  <PresentationFormat>寬螢幕</PresentationFormat>
  <Paragraphs>1728</Paragraphs>
  <Slides>47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7" baseType="lpstr">
      <vt:lpstr>Arial</vt:lpstr>
      <vt:lpstr>Bookman Old Style</vt:lpstr>
      <vt:lpstr>Brush Script MT</vt:lpstr>
      <vt:lpstr>Calibri</vt:lpstr>
      <vt:lpstr>Gill Sans MT</vt:lpstr>
      <vt:lpstr>Tahoma</vt:lpstr>
      <vt:lpstr>Times New Roman</vt:lpstr>
      <vt:lpstr>Wingdings</vt:lpstr>
      <vt:lpstr>Wingdings 3</vt:lpstr>
      <vt:lpstr>原創</vt:lpstr>
      <vt:lpstr>CRT Trace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arryz</dc:creator>
  <cp:lastModifiedBy>David King</cp:lastModifiedBy>
  <cp:revision>4469</cp:revision>
  <dcterms:created xsi:type="dcterms:W3CDTF">2008-09-09T01:56:11Z</dcterms:created>
  <dcterms:modified xsi:type="dcterms:W3CDTF">2025-11-19T05:15:40Z</dcterms:modified>
</cp:coreProperties>
</file>