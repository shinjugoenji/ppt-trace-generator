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"/>
  </p:notesMasterIdLst>
  <p:handoutMasterIdLst>
    <p:handoutMasterId r:id="rId3"/>
  </p:handoutMasterIdLst>
  <p:sldSz cx="12192000" cy="6858000"/>
  <p:notesSz cx="6797675" cy="99282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King" initials="DK" lastIdx="1" clrIdx="0">
    <p:extLst>
      <p:ext uri="{19B8F6BF-5375-455C-9EA6-DF929625EA0E}">
        <p15:presenceInfo xmlns:p15="http://schemas.microsoft.com/office/powerpoint/2012/main" userId="b27cedced4579ff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FFE5"/>
    <a:srgbClr val="DC3059"/>
    <a:srgbClr val="CC6600"/>
    <a:srgbClr val="0070C0"/>
    <a:srgbClr val="C0C0C0"/>
    <a:srgbClr val="8E0000"/>
    <a:srgbClr val="000000"/>
    <a:srgbClr val="3E0000"/>
    <a:srgbClr val="7030A0"/>
    <a:srgbClr val="FDB0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8" autoAdjust="0"/>
    <p:restoredTop sz="83610" autoAdjust="0"/>
  </p:normalViewPr>
  <p:slideViewPr>
    <p:cSldViewPr>
      <p:cViewPr varScale="1">
        <p:scale>
          <a:sx n="94" d="100"/>
          <a:sy n="94" d="100"/>
        </p:scale>
        <p:origin x="1386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45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-3366" y="-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handoutMaster" Target="handoutMasters/handoutMaster1.xml"/><Relationship Id="rId7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0"/>
            <a:ext cx="2946400" cy="496412"/>
          </a:xfrm>
          <a:prstGeom prst="rect">
            <a:avLst/>
          </a:prstGeom>
        </p:spPr>
        <p:txBody>
          <a:bodyPr vert="horz" lIns="91615" tIns="45808" rIns="91615" bIns="45808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94" y="10"/>
            <a:ext cx="2946400" cy="496412"/>
          </a:xfrm>
          <a:prstGeom prst="rect">
            <a:avLst/>
          </a:prstGeom>
        </p:spPr>
        <p:txBody>
          <a:bodyPr vert="horz" lIns="91615" tIns="45808" rIns="91615" bIns="45808" rtlCol="0"/>
          <a:lstStyle>
            <a:lvl1pPr algn="r">
              <a:defRPr sz="1200"/>
            </a:lvl1pPr>
          </a:lstStyle>
          <a:p>
            <a:pPr>
              <a:defRPr/>
            </a:pPr>
            <a:fld id="{4785F242-24A1-4F4D-88CC-D14F806EBBA6}" type="datetimeFigureOut">
              <a:rPr lang="zh-TW" altLang="en-US"/>
              <a:pPr>
                <a:defRPr/>
              </a:pPr>
              <a:t>2025/11/14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30228"/>
            <a:ext cx="2946400" cy="496412"/>
          </a:xfrm>
          <a:prstGeom prst="rect">
            <a:avLst/>
          </a:prstGeom>
        </p:spPr>
        <p:txBody>
          <a:bodyPr vert="horz" lIns="91615" tIns="45808" rIns="91615" bIns="45808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94" y="9430228"/>
            <a:ext cx="2946400" cy="496412"/>
          </a:xfrm>
          <a:prstGeom prst="rect">
            <a:avLst/>
          </a:prstGeom>
        </p:spPr>
        <p:txBody>
          <a:bodyPr vert="horz" lIns="91615" tIns="45808" rIns="91615" bIns="45808" rtlCol="0" anchor="b"/>
          <a:lstStyle>
            <a:lvl1pPr algn="r">
              <a:defRPr sz="1200"/>
            </a:lvl1pPr>
          </a:lstStyle>
          <a:p>
            <a:pPr>
              <a:defRPr/>
            </a:pPr>
            <a:fld id="{4C4904C9-3E3F-49FB-8FCE-18A48282D34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085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0"/>
            <a:ext cx="2946400" cy="496412"/>
          </a:xfrm>
          <a:prstGeom prst="rect">
            <a:avLst/>
          </a:prstGeom>
        </p:spPr>
        <p:txBody>
          <a:bodyPr vert="horz" lIns="91610" tIns="45804" rIns="91610" bIns="4580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9694" y="10"/>
            <a:ext cx="2946400" cy="496412"/>
          </a:xfrm>
          <a:prstGeom prst="rect">
            <a:avLst/>
          </a:prstGeom>
        </p:spPr>
        <p:txBody>
          <a:bodyPr vert="horz" lIns="91610" tIns="45804" rIns="91610" bIns="4580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0BEC28A-28DD-48D1-8455-A72418DFD369}" type="datetimeFigureOut">
              <a:rPr lang="zh-TW" altLang="en-US"/>
              <a:pPr>
                <a:defRPr/>
              </a:pPr>
              <a:t>2025/11/14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10" tIns="45804" rIns="91610" bIns="45804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60" y="4716715"/>
            <a:ext cx="5438775" cy="4467700"/>
          </a:xfrm>
          <a:prstGeom prst="rect">
            <a:avLst/>
          </a:prstGeom>
        </p:spPr>
        <p:txBody>
          <a:bodyPr vert="horz" lIns="91610" tIns="45804" rIns="91610" bIns="45804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30228"/>
            <a:ext cx="2946400" cy="496412"/>
          </a:xfrm>
          <a:prstGeom prst="rect">
            <a:avLst/>
          </a:prstGeom>
        </p:spPr>
        <p:txBody>
          <a:bodyPr vert="horz" lIns="91610" tIns="45804" rIns="91610" bIns="4580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9694" y="9430228"/>
            <a:ext cx="2946400" cy="496412"/>
          </a:xfrm>
          <a:prstGeom prst="rect">
            <a:avLst/>
          </a:prstGeom>
        </p:spPr>
        <p:txBody>
          <a:bodyPr vert="horz" lIns="91610" tIns="45804" rIns="91610" bIns="4580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B5EFBDB-032D-43FD-B762-F4099B6A73D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30400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06500" y="3648076"/>
            <a:ext cx="97536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5" name="矩形 4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6" name="矩形 5"/>
          <p:cNvSpPr/>
          <p:nvPr/>
        </p:nvSpPr>
        <p:spPr>
          <a:xfrm>
            <a:off x="1206500" y="3648076"/>
            <a:ext cx="3048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11" name="頁尾版面配置區 5"/>
          <p:cNvSpPr txBox="1">
            <a:spLocks/>
          </p:cNvSpPr>
          <p:nvPr userDrawn="1"/>
        </p:nvSpPr>
        <p:spPr>
          <a:xfrm>
            <a:off x="8849784" y="6354763"/>
            <a:ext cx="2402416" cy="366712"/>
          </a:xfrm>
          <a:prstGeom prst="rect">
            <a:avLst/>
          </a:prstGeom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dirty="0">
                <a:solidFill>
                  <a:srgbClr val="E85E68"/>
                </a:solidFill>
                <a:latin typeface="Brush Script MT" pitchFamily="66" charset="0"/>
                <a:ea typeface="STXingkai" pitchFamily="2" charset="-122"/>
              </a:rPr>
              <a:t>STAR Group</a:t>
            </a:r>
          </a:p>
        </p:txBody>
      </p:sp>
      <p:sp>
        <p:nvSpPr>
          <p:cNvPr id="12" name="五角星形 11"/>
          <p:cNvSpPr/>
          <p:nvPr userDrawn="1"/>
        </p:nvSpPr>
        <p:spPr>
          <a:xfrm>
            <a:off x="10096500" y="6215063"/>
            <a:ext cx="304800" cy="228600"/>
          </a:xfrm>
          <a:prstGeom prst="star5">
            <a:avLst/>
          </a:prstGeom>
          <a:solidFill>
            <a:schemeClr val="accent4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solidFill>
                <a:srgbClr val="FFC000"/>
              </a:solidFill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6584" y="6072188"/>
            <a:ext cx="903816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標題 7"/>
          <p:cNvSpPr>
            <a:spLocks noGrp="1"/>
          </p:cNvSpPr>
          <p:nvPr>
            <p:ph type="ctrTitle" hasCustomPrompt="1"/>
          </p:nvPr>
        </p:nvSpPr>
        <p:spPr>
          <a:xfrm>
            <a:off x="1625600" y="3886200"/>
            <a:ext cx="9144000" cy="990600"/>
          </a:xfrm>
        </p:spPr>
        <p:txBody>
          <a:bodyPr anchor="t"/>
          <a:lstStyle>
            <a:lvl1pPr algn="r">
              <a:defRPr sz="2800" b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altLang="zh-TW" dirty="0"/>
              <a:t>Title</a:t>
            </a:r>
            <a:endParaRPr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 hasCustomPrompt="1"/>
          </p:nvPr>
        </p:nvSpPr>
        <p:spPr>
          <a:xfrm>
            <a:off x="1625600" y="5048250"/>
            <a:ext cx="9144000" cy="685800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ct val="76000"/>
              <a:buFont typeface="Wingdings 3" pitchFamily="18" charset="2"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Student: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Chao-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Kuo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ct val="76000"/>
              <a:buFont typeface="Wingdings 3" pitchFamily="18" charset="2"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Advisor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Hsie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-Chia Chang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6584" y="6072188"/>
            <a:ext cx="903816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 b="1" baseline="0">
                <a:solidFill>
                  <a:srgbClr val="F39A1E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altLang="zh-TW" dirty="0"/>
              <a:t>Title</a:t>
            </a:r>
            <a:endParaRPr 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 hasCustomPrompt="1"/>
          </p:nvPr>
        </p:nvSpPr>
        <p:spPr>
          <a:xfrm>
            <a:off x="609600" y="1219200"/>
            <a:ext cx="10972800" cy="4937760"/>
          </a:xfrm>
        </p:spPr>
        <p:txBody>
          <a:bodyPr/>
          <a:lstStyle>
            <a:lvl1pPr>
              <a:defRPr sz="2400"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200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400"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altLang="zh-TW" dirty="0"/>
              <a:t>1st</a:t>
            </a:r>
            <a:endParaRPr lang="zh-TW" altLang="en-US" dirty="0"/>
          </a:p>
          <a:p>
            <a:pPr lvl="1"/>
            <a:r>
              <a:rPr lang="en-US" altLang="zh-TW" dirty="0"/>
              <a:t>2nd</a:t>
            </a:r>
            <a:endParaRPr lang="zh-TW" altLang="en-US" dirty="0"/>
          </a:p>
          <a:p>
            <a:pPr lvl="2"/>
            <a:r>
              <a:rPr lang="en-US" altLang="zh-TW" dirty="0"/>
              <a:t>3rd</a:t>
            </a:r>
            <a:endParaRPr lang="zh-TW" altLang="en-US" dirty="0"/>
          </a:p>
          <a:p>
            <a:pPr lvl="3"/>
            <a:r>
              <a:rPr lang="en-US" altLang="zh-TW" dirty="0"/>
              <a:t>4th</a:t>
            </a:r>
            <a:endParaRPr lang="zh-TW" altLang="en-US" dirty="0"/>
          </a:p>
          <a:p>
            <a:pPr lvl="4"/>
            <a:r>
              <a:rPr lang="en-US" altLang="zh-TW" dirty="0"/>
              <a:t>5t</a:t>
            </a:r>
            <a:endParaRPr lang="en-US" dirty="0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811E32-B9A0-4C06-A644-818AE0A5CA07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/>
          <p:cNvSpPr>
            <a:spLocks noChangeAspect="1"/>
          </p:cNvSpPr>
          <p:nvPr/>
        </p:nvSpPr>
        <p:spPr>
          <a:xfrm rot="5400000">
            <a:off x="590550" y="6447367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4" name="日期版面配置區 7"/>
          <p:cNvSpPr txBox="1">
            <a:spLocks/>
          </p:cNvSpPr>
          <p:nvPr userDrawn="1"/>
        </p:nvSpPr>
        <p:spPr>
          <a:xfrm>
            <a:off x="7122584" y="6361114"/>
            <a:ext cx="2116667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dirty="0">
              <a:solidFill>
                <a:srgbClr val="7030A0"/>
              </a:solidFill>
              <a:latin typeface="+mn-lt"/>
              <a:ea typeface="+mn-ea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6584" y="6072188"/>
            <a:ext cx="903816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914400"/>
          </a:xfr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3200" b="1" kern="1200" baseline="0" dirty="0">
                <a:solidFill>
                  <a:srgbClr val="F39A1E"/>
                </a:solidFill>
                <a:latin typeface="Tahoma" panose="020B0604030504040204" pitchFamily="34" charset="0"/>
                <a:ea typeface="+mj-ea"/>
                <a:cs typeface="Tahoma" panose="020B0604030504040204" pitchFamily="34" charset="0"/>
              </a:defRPr>
            </a:lvl1pPr>
          </a:lstStyle>
          <a:p>
            <a:r>
              <a:rPr lang="en-US" altLang="zh-TW" dirty="0"/>
              <a:t>Title</a:t>
            </a:r>
            <a:endParaRPr lang="en-US" dirty="0"/>
          </a:p>
        </p:txBody>
      </p:sp>
      <p:sp>
        <p:nvSpPr>
          <p:cNvPr id="10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C49390-859A-4B82-9667-58B58EBCB52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線接點 1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3" name="等腰三角形 2"/>
          <p:cNvSpPr>
            <a:spLocks noChangeAspect="1"/>
          </p:cNvSpPr>
          <p:nvPr/>
        </p:nvSpPr>
        <p:spPr>
          <a:xfrm rot="5400000">
            <a:off x="590550" y="6447367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6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0613F-01AD-4AF4-B065-14E6D69794D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609600" y="152400"/>
            <a:ext cx="10972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5123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609600" y="1219200"/>
            <a:ext cx="109728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033" y="6356351"/>
            <a:ext cx="2641600" cy="3651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CFD981B-B004-4CD9-BDE4-045E4C2478BA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28" name="直線接點 27"/>
          <p:cNvSpPr>
            <a:spLocks noChangeShapeType="1"/>
          </p:cNvSpPr>
          <p:nvPr userDrawn="1"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590550" y="6447367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pic>
        <p:nvPicPr>
          <p:cNvPr id="5133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186584" y="6072188"/>
            <a:ext cx="903816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 Box 22"/>
          <p:cNvSpPr txBox="1">
            <a:spLocks noChangeArrowheads="1"/>
          </p:cNvSpPr>
          <p:nvPr/>
        </p:nvSpPr>
        <p:spPr bwMode="auto">
          <a:xfrm>
            <a:off x="10466686" y="3095626"/>
            <a:ext cx="461665" cy="92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none">
            <a:spAutoFit/>
          </a:bodyPr>
          <a:lstStyle/>
          <a:p>
            <a:pPr>
              <a:defRPr/>
            </a:pPr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3" r:id="rId3"/>
    <p:sldLayoutId id="2147483784" r:id="rId4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9pPr>
    </p:titleStyle>
    <p:bodyStyle>
      <a:lvl1pPr marL="273050" indent="-273050" algn="l" rtl="0" fontAlgn="base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fontAlgn="base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fontAlgn="base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fontAlgn="base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原創">
  <a:themeElements>
    <a:clrScheme name="原創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原創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74615</TotalTime>
  <Words>0</Words>
  <Application>Microsoft Office PowerPoint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0</vt:i4>
      </vt:variant>
    </vt:vector>
  </HeadingPairs>
  <TitlesOfParts>
    <vt:vector size="10" baseType="lpstr">
      <vt:lpstr>Arial</vt:lpstr>
      <vt:lpstr>Bookman Old Style</vt:lpstr>
      <vt:lpstr>Brush Script MT</vt:lpstr>
      <vt:lpstr>Calibri</vt:lpstr>
      <vt:lpstr>Gill Sans MT</vt:lpstr>
      <vt:lpstr>Tahoma</vt:lpstr>
      <vt:lpstr>Times New Roman</vt:lpstr>
      <vt:lpstr>Wingdings</vt:lpstr>
      <vt:lpstr>Wingdings 3</vt:lpstr>
      <vt:lpstr>原創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arryz</dc:creator>
  <cp:lastModifiedBy>David King</cp:lastModifiedBy>
  <cp:revision>4460</cp:revision>
  <dcterms:created xsi:type="dcterms:W3CDTF">2008-09-09T01:56:11Z</dcterms:created>
  <dcterms:modified xsi:type="dcterms:W3CDTF">2025-11-14T09:36:36Z</dcterms:modified>
</cp:coreProperties>
</file>